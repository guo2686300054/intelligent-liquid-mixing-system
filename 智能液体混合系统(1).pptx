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7" r:id="rId3"/>
    <p:sldId id="257" r:id="rId5"/>
    <p:sldId id="258" r:id="rId6"/>
    <p:sldId id="304" r:id="rId7"/>
    <p:sldId id="260" r:id="rId8"/>
    <p:sldId id="261" r:id="rId9"/>
    <p:sldId id="284" r:id="rId10"/>
    <p:sldId id="286" r:id="rId11"/>
    <p:sldId id="287" r:id="rId12"/>
    <p:sldId id="289" r:id="rId13"/>
    <p:sldId id="291" r:id="rId14"/>
    <p:sldId id="292" r:id="rId15"/>
    <p:sldId id="294" r:id="rId16"/>
    <p:sldId id="296" r:id="rId17"/>
    <p:sldId id="297" r:id="rId18"/>
    <p:sldId id="298" r:id="rId19"/>
    <p:sldId id="301" r:id="rId20"/>
    <p:sldId id="305" r:id="rId21"/>
    <p:sldId id="303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472"/>
    <a:srgbClr val="4319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032" y="374"/>
      </p:cViewPr>
      <p:guideLst>
        <p:guide orient="horz" pos="213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0D17D-8D7F-463E-AFBB-F6E1A46F43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A95E3C-5BAA-4AAA-AF4C-3E158FDB55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CE2E4-0F5A-4070-9180-4437662309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33A5-4536-4CCF-8A59-B0585F9C1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494C-91E6-4B14-89A5-945DBEEA70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33A5-4536-4CCF-8A59-B0585F9C1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494C-91E6-4B14-89A5-945DBEEA70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33A5-4536-4CCF-8A59-B0585F9C1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494C-91E6-4B14-89A5-945DBEEA70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33A5-4536-4CCF-8A59-B0585F9C1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494C-91E6-4B14-89A5-945DBEEA70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33A5-4536-4CCF-8A59-B0585F9C1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494C-91E6-4B14-89A5-945DBEEA70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33A5-4536-4CCF-8A59-B0585F9C1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494C-91E6-4B14-89A5-945DBEEA70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33A5-4536-4CCF-8A59-B0585F9C1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494C-91E6-4B14-89A5-945DBEEA70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33A5-4536-4CCF-8A59-B0585F9C1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494C-91E6-4B14-89A5-945DBEEA70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33A5-4536-4CCF-8A59-B0585F9C1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494C-91E6-4B14-89A5-945DBEEA70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33A5-4536-4CCF-8A59-B0585F9C1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494C-91E6-4B14-89A5-945DBEEA70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33A5-4536-4CCF-8A59-B0585F9C1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494C-91E6-4B14-89A5-945DBEEA70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9558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82800" y="35814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5207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文本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2484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33A5-4536-4CCF-8A59-B0585F9C1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494C-91E6-4B14-89A5-945DBEEA703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0" Type="http://schemas.openxmlformats.org/officeDocument/2006/relationships/notesSlide" Target="../notesSlides/notesSlide5.xml"/><Relationship Id="rId3" Type="http://schemas.openxmlformats.org/officeDocument/2006/relationships/tags" Target="../tags/tag20.xml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45.xml"/><Relationship Id="rId27" Type="http://schemas.openxmlformats.org/officeDocument/2006/relationships/tags" Target="../tags/tag44.xml"/><Relationship Id="rId26" Type="http://schemas.openxmlformats.org/officeDocument/2006/relationships/tags" Target="../tags/tag43.xml"/><Relationship Id="rId25" Type="http://schemas.openxmlformats.org/officeDocument/2006/relationships/tags" Target="../tags/tag42.xml"/><Relationship Id="rId24" Type="http://schemas.openxmlformats.org/officeDocument/2006/relationships/tags" Target="../tags/tag41.xml"/><Relationship Id="rId23" Type="http://schemas.openxmlformats.org/officeDocument/2006/relationships/tags" Target="../tags/tag40.xml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19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6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6" Type="http://schemas.openxmlformats.org/officeDocument/2006/relationships/notesSlide" Target="../notesSlides/notesSlide12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99.xml"/><Relationship Id="rId23" Type="http://schemas.openxmlformats.org/officeDocument/2006/relationships/tags" Target="../tags/tag98.xml"/><Relationship Id="rId22" Type="http://schemas.openxmlformats.org/officeDocument/2006/relationships/tags" Target="../tags/tag97.xml"/><Relationship Id="rId21" Type="http://schemas.openxmlformats.org/officeDocument/2006/relationships/tags" Target="../tags/tag96.xml"/><Relationship Id="rId20" Type="http://schemas.openxmlformats.org/officeDocument/2006/relationships/tags" Target="../tags/tag95.xml"/><Relationship Id="rId2" Type="http://schemas.openxmlformats.org/officeDocument/2006/relationships/tags" Target="../tags/tag77.xml"/><Relationship Id="rId19" Type="http://schemas.openxmlformats.org/officeDocument/2006/relationships/tags" Target="../tags/tag94.xml"/><Relationship Id="rId18" Type="http://schemas.openxmlformats.org/officeDocument/2006/relationships/tags" Target="../tags/tag93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tags" Target="../tags/tag7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2" Type="http://schemas.openxmlformats.org/officeDocument/2006/relationships/notesSlide" Target="../notesSlides/notesSlide14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19.xml"/><Relationship Id="rId2" Type="http://schemas.openxmlformats.org/officeDocument/2006/relationships/tags" Target="../tags/tag101.xml"/><Relationship Id="rId19" Type="http://schemas.openxmlformats.org/officeDocument/2006/relationships/tags" Target="../tags/tag118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2" Type="http://schemas.openxmlformats.org/officeDocument/2006/relationships/notesSlide" Target="../notesSlides/notesSlide17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41.xml"/><Relationship Id="rId2" Type="http://schemas.openxmlformats.org/officeDocument/2006/relationships/tags" Target="../tags/tag123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1" Type="http://schemas.openxmlformats.org/officeDocument/2006/relationships/notesSlide" Target="../notesSlides/notesSlide18.xml"/><Relationship Id="rId20" Type="http://schemas.openxmlformats.org/officeDocument/2006/relationships/slideLayout" Target="../slideLayouts/slideLayout14.xml"/><Relationship Id="rId2" Type="http://schemas.openxmlformats.org/officeDocument/2006/relationships/tags" Target="../tags/tag143.xml"/><Relationship Id="rId19" Type="http://schemas.openxmlformats.org/officeDocument/2006/relationships/tags" Target="../tags/tag160.xml"/><Relationship Id="rId18" Type="http://schemas.openxmlformats.org/officeDocument/2006/relationships/tags" Target="../tags/tag159.xml"/><Relationship Id="rId17" Type="http://schemas.openxmlformats.org/officeDocument/2006/relationships/tags" Target="../tags/tag158.xml"/><Relationship Id="rId16" Type="http://schemas.openxmlformats.org/officeDocument/2006/relationships/tags" Target="../tags/tag157.xml"/><Relationship Id="rId15" Type="http://schemas.openxmlformats.org/officeDocument/2006/relationships/tags" Target="../tags/tag156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59"/>
          <p:cNvSpPr>
            <a:spLocks noChangeArrowheads="1"/>
          </p:cNvSpPr>
          <p:nvPr/>
        </p:nvSpPr>
        <p:spPr bwMode="auto">
          <a:xfrm>
            <a:off x="963368" y="701645"/>
            <a:ext cx="7428365" cy="1846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尚酷简体" panose="03000509000000000000" pitchFamily="65" charset="-122"/>
                <a:ea typeface="方正尚酷简体" panose="03000509000000000000" pitchFamily="65" charset="-122"/>
                <a:cs typeface="Arial" panose="020B0604020202020204" pitchFamily="34" charset="0"/>
              </a:rPr>
              <a:t>智能精密液体混合系统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尚酷简体" panose="03000509000000000000" pitchFamily="65" charset="-122"/>
              <a:ea typeface="方正尚酷简体" panose="03000509000000000000" pitchFamily="65" charset="-122"/>
              <a:cs typeface="Arial" panose="020B0604020202020204" pitchFamily="34" charset="0"/>
            </a:endParaRPr>
          </a:p>
        </p:txBody>
      </p:sp>
      <p:sp>
        <p:nvSpPr>
          <p:cNvPr id="4" name="矩形 259"/>
          <p:cNvSpPr>
            <a:spLocks noChangeArrowheads="1"/>
          </p:cNvSpPr>
          <p:nvPr/>
        </p:nvSpPr>
        <p:spPr bwMode="auto">
          <a:xfrm>
            <a:off x="1570975" y="3274462"/>
            <a:ext cx="6594021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智能制造</a:t>
            </a:r>
            <a:r>
              <a:rPr lang="en-US" altLang="zh-CN" sz="24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| </a:t>
            </a:r>
            <a:r>
              <a:rPr lang="zh-CN" altLang="en-US" sz="24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工业升级</a:t>
            </a:r>
            <a:r>
              <a:rPr lang="en-US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|</a:t>
            </a:r>
            <a:r>
              <a:rPr lang="zh-CN" altLang="en-US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 数字化</a:t>
            </a:r>
            <a:r>
              <a:rPr lang="zh-CN" altLang="en-US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转型</a:t>
            </a:r>
            <a:endParaRPr lang="zh-CN" altLang="en-US" sz="2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9" name="57de841be11d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10565" y="213995"/>
            <a:ext cx="487363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99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34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37581" y="1828825"/>
            <a:ext cx="1661993" cy="317009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96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目 录</a:t>
            </a:r>
            <a:endParaRPr lang="zh-CN" altLang="en-US" sz="9600" dirty="0">
              <a:solidFill>
                <a:srgbClr val="151472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76240" y="941220"/>
            <a:ext cx="738664" cy="248850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CONTENTS</a:t>
            </a:r>
            <a:endParaRPr lang="zh-CN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055910" y="1016514"/>
            <a:ext cx="0" cy="395323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095528" y="151030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项目介绍</a:t>
            </a:r>
            <a:endParaRPr lang="zh-CN" altLang="en-US" sz="3200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175820" y="1478167"/>
            <a:ext cx="5515896" cy="639760"/>
            <a:chOff x="4611330" y="1493841"/>
            <a:chExt cx="5515896" cy="639760"/>
          </a:xfrm>
        </p:grpSpPr>
        <p:sp>
          <p:nvSpPr>
            <p:cNvPr id="11" name="矩形 10"/>
            <p:cNvSpPr/>
            <p:nvPr/>
          </p:nvSpPr>
          <p:spPr>
            <a:xfrm>
              <a:off x="6096000" y="1493841"/>
              <a:ext cx="4031226" cy="639760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4611330" y="1493841"/>
              <a:ext cx="1484670" cy="639760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/>
              <a:r>
                <a:rPr lang="en-US" altLang="zh-CN" sz="3600" spc="300" dirty="0">
                  <a:latin typeface="Agency FB" panose="020B0503020202020204" pitchFamily="34" charset="0"/>
                </a:rPr>
                <a:t>01</a:t>
              </a:r>
              <a:endParaRPr lang="zh-CN" altLang="en-US" sz="3600" spc="300" dirty="0">
                <a:latin typeface="Agency FB" panose="020B0503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095528" y="244118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市场分析</a:t>
            </a:r>
            <a:endParaRPr lang="zh-CN" altLang="en-US" sz="3200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175820" y="2409049"/>
            <a:ext cx="5515896" cy="639760"/>
            <a:chOff x="4611330" y="1493841"/>
            <a:chExt cx="5515896" cy="639760"/>
          </a:xfrm>
        </p:grpSpPr>
        <p:sp>
          <p:nvSpPr>
            <p:cNvPr id="15" name="矩形 14"/>
            <p:cNvSpPr/>
            <p:nvPr/>
          </p:nvSpPr>
          <p:spPr>
            <a:xfrm>
              <a:off x="6096000" y="1493841"/>
              <a:ext cx="4031226" cy="639760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4611330" y="1493841"/>
              <a:ext cx="1484670" cy="639760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/>
              <a:r>
                <a:rPr lang="en-US" altLang="zh-CN" sz="3600" spc="300" dirty="0">
                  <a:latin typeface="Agency FB" panose="020B0503020202020204" pitchFamily="34" charset="0"/>
                </a:rPr>
                <a:t>02</a:t>
              </a:r>
              <a:endParaRPr lang="zh-CN" altLang="en-US" sz="3600" spc="300" dirty="0">
                <a:latin typeface="Agency FB" panose="020B0503020202020204" pitchFamily="34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7095528" y="3383643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风险分析及对策</a:t>
            </a:r>
            <a:endParaRPr lang="zh-CN" altLang="en-US" sz="3200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175820" y="3339931"/>
            <a:ext cx="5515896" cy="639760"/>
            <a:chOff x="4611330" y="1493841"/>
            <a:chExt cx="5515896" cy="639760"/>
          </a:xfrm>
        </p:grpSpPr>
        <p:sp>
          <p:nvSpPr>
            <p:cNvPr id="19" name="矩形 18"/>
            <p:cNvSpPr/>
            <p:nvPr/>
          </p:nvSpPr>
          <p:spPr>
            <a:xfrm>
              <a:off x="6096000" y="1493841"/>
              <a:ext cx="4031226" cy="639760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4611330" y="1493841"/>
              <a:ext cx="1484670" cy="639760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/>
              <a:r>
                <a:rPr lang="en-US" altLang="zh-CN" sz="3600" spc="300" dirty="0">
                  <a:latin typeface="Agency FB" panose="020B0503020202020204" pitchFamily="34" charset="0"/>
                </a:rPr>
                <a:t>03</a:t>
              </a:r>
              <a:endParaRPr lang="zh-CN" altLang="en-US" sz="3600" spc="300" dirty="0">
                <a:latin typeface="Agency FB" panose="020B0503020202020204" pitchFamily="34" charset="0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7095528" y="430295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市场与销售</a:t>
            </a:r>
            <a:endParaRPr lang="zh-CN" altLang="en-US" sz="3200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5175820" y="4270813"/>
            <a:ext cx="5515896" cy="639760"/>
            <a:chOff x="4611330" y="1493841"/>
            <a:chExt cx="5515896" cy="639760"/>
          </a:xfrm>
        </p:grpSpPr>
        <p:sp>
          <p:nvSpPr>
            <p:cNvPr id="23" name="矩形 22"/>
            <p:cNvSpPr/>
            <p:nvPr/>
          </p:nvSpPr>
          <p:spPr>
            <a:xfrm>
              <a:off x="6096000" y="1493841"/>
              <a:ext cx="4031226" cy="639760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4611330" y="1493841"/>
              <a:ext cx="1484670" cy="639760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/>
              <a:r>
                <a:rPr lang="en-US" altLang="zh-CN" sz="3600" spc="300" dirty="0">
                  <a:latin typeface="Agency FB" panose="020B0503020202020204" pitchFamily="34" charset="0"/>
                </a:rPr>
                <a:t>04</a:t>
              </a:r>
              <a:endParaRPr lang="zh-CN" altLang="en-US" sz="3600" spc="300" dirty="0">
                <a:latin typeface="Agency FB" panose="020B0503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175820" y="5198410"/>
            <a:ext cx="5515896" cy="639760"/>
            <a:chOff x="4611330" y="1493841"/>
            <a:chExt cx="5515896" cy="639760"/>
          </a:xfrm>
        </p:grpSpPr>
        <p:sp>
          <p:nvSpPr>
            <p:cNvPr id="26" name="矩形 25"/>
            <p:cNvSpPr/>
            <p:nvPr/>
          </p:nvSpPr>
          <p:spPr>
            <a:xfrm>
              <a:off x="6096000" y="1493841"/>
              <a:ext cx="4031226" cy="639760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4611330" y="1493841"/>
              <a:ext cx="1484670" cy="639760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/>
              <a:r>
                <a:rPr lang="en-US" altLang="zh-CN" sz="3600" spc="300" dirty="0">
                  <a:latin typeface="Agency FB" panose="020B0503020202020204" pitchFamily="34" charset="0"/>
                </a:rPr>
                <a:t>05</a:t>
              </a:r>
              <a:endParaRPr lang="zh-CN" altLang="en-US" sz="3600" spc="300" dirty="0">
                <a:latin typeface="Agency FB" panose="020B0503020202020204" pitchFamily="34" charset="0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7095527" y="521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财务分析</a:t>
            </a:r>
            <a:endParaRPr lang="zh-CN" altLang="en-US" sz="3200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1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949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96296E-6 L -1.04167E-6 0.23565 " pathEditMode="relative" rAng="0" ptsTypes="AA">
                                      <p:cBhvr>
                                        <p:cTn id="23" dur="1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949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99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3.33333E-6 L -1.04167E-6 0.23564 " pathEditMode="relative" rAng="0" ptsTypes="AA">
                                      <p:cBhvr>
                                        <p:cTn id="34" dur="10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99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81481E-6 L -1.04167E-6 0.23565 " pathEditMode="relative" rAng="0" ptsTypes="AA">
                                      <p:cBhvr>
                                        <p:cTn id="45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250"/>
                            </p:stCondLst>
                            <p:childTnLst>
                              <p:par>
                                <p:cTn id="4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5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96296E-6 L -1.04167E-6 0.23565 " pathEditMode="relative" rAng="0" ptsTypes="AA">
                                      <p:cBhvr>
                                        <p:cTn id="56" dur="10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50"/>
                            </p:stCondLst>
                            <p:childTnLst>
                              <p:par>
                                <p:cTn id="5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75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3.7037E-7 L -1.04167E-6 0.2356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750"/>
                            </p:stCondLst>
                            <p:childTnLst>
                              <p:par>
                                <p:cTn id="6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18916"/>
            <a:ext cx="12192000" cy="3651922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64784" y="3154684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尚酷简体" panose="03000509000000000000" pitchFamily="65" charset="-122"/>
                <a:ea typeface="方正尚酷简体" panose="03000509000000000000" pitchFamily="65" charset="-122"/>
              </a:rPr>
              <a:t>项目介绍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92300" y="4286629"/>
            <a:ext cx="8407400" cy="517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We have many PowerPoint </a:t>
            </a:r>
            <a:r>
              <a:rPr lang="zh-CN" altLang="en-US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templates</a:t>
            </a:r>
            <a:r>
              <a:rPr lang="en-US" altLang="zh-CN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 that has been specifically designed to help anyone that is stepping into the world of PowerPoint for the very first time.</a:t>
            </a:r>
            <a:endParaRPr lang="zh-CN" altLang="en-US" sz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5" name="任意多边形: 形状 14"/>
          <p:cNvSpPr/>
          <p:nvPr/>
        </p:nvSpPr>
        <p:spPr>
          <a:xfrm>
            <a:off x="5021943" y="1321504"/>
            <a:ext cx="2148114" cy="1382640"/>
          </a:xfrm>
          <a:custGeom>
            <a:avLst/>
            <a:gdLst>
              <a:gd name="connsiteX0" fmla="*/ 0 w 4318004"/>
              <a:gd name="connsiteY0" fmla="*/ 3405519 h 3947521"/>
              <a:gd name="connsiteX1" fmla="*/ 4318004 w 4318004"/>
              <a:gd name="connsiteY1" fmla="*/ 3405519 h 3947521"/>
              <a:gd name="connsiteX2" fmla="*/ 2159002 w 4318004"/>
              <a:gd name="connsiteY2" fmla="*/ 3947521 h 3947521"/>
              <a:gd name="connsiteX3" fmla="*/ 0 w 4318004"/>
              <a:gd name="connsiteY3" fmla="*/ 0 h 3947521"/>
              <a:gd name="connsiteX4" fmla="*/ 4318004 w 4318004"/>
              <a:gd name="connsiteY4" fmla="*/ 0 h 3947521"/>
              <a:gd name="connsiteX5" fmla="*/ 4318004 w 4318004"/>
              <a:gd name="connsiteY5" fmla="*/ 1339228 h 3947521"/>
              <a:gd name="connsiteX6" fmla="*/ 4318004 w 4318004"/>
              <a:gd name="connsiteY6" fmla="*/ 2122339 h 3947521"/>
              <a:gd name="connsiteX7" fmla="*/ 4318004 w 4318004"/>
              <a:gd name="connsiteY7" fmla="*/ 3405518 h 3947521"/>
              <a:gd name="connsiteX8" fmla="*/ 0 w 4318004"/>
              <a:gd name="connsiteY8" fmla="*/ 3405518 h 3947521"/>
              <a:gd name="connsiteX9" fmla="*/ 0 w 4318004"/>
              <a:gd name="connsiteY9" fmla="*/ 2122339 h 3947521"/>
              <a:gd name="connsiteX10" fmla="*/ 0 w 4318004"/>
              <a:gd name="connsiteY10" fmla="*/ 1339228 h 3947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18004" h="3947521">
                <a:moveTo>
                  <a:pt x="0" y="3405519"/>
                </a:moveTo>
                <a:lnTo>
                  <a:pt x="4318004" y="3405519"/>
                </a:lnTo>
                <a:lnTo>
                  <a:pt x="2159002" y="3947521"/>
                </a:lnTo>
                <a:close/>
                <a:moveTo>
                  <a:pt x="0" y="0"/>
                </a:moveTo>
                <a:lnTo>
                  <a:pt x="4318004" y="0"/>
                </a:lnTo>
                <a:lnTo>
                  <a:pt x="4318004" y="1339228"/>
                </a:lnTo>
                <a:lnTo>
                  <a:pt x="4318004" y="2122339"/>
                </a:lnTo>
                <a:lnTo>
                  <a:pt x="4318004" y="3405518"/>
                </a:lnTo>
                <a:lnTo>
                  <a:pt x="0" y="3405518"/>
                </a:lnTo>
                <a:lnTo>
                  <a:pt x="0" y="2122339"/>
                </a:lnTo>
                <a:lnTo>
                  <a:pt x="0" y="1339228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0" dirty="0">
                <a:solidFill>
                  <a:schemeClr val="bg1"/>
                </a:solidFill>
                <a:latin typeface="Agency FB" panose="020B0503020202020204" pitchFamily="34" charset="0"/>
              </a:rPr>
              <a:t>01</a:t>
            </a:r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99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9827" y="37174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一、项目介绍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408617" y="1806301"/>
            <a:ext cx="4449554" cy="4724400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92185" y="1997075"/>
            <a:ext cx="2082800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 b="1">
                <a:solidFill>
                  <a:schemeClr val="bg1"/>
                </a:solidFill>
              </a:rPr>
              <a:t>项目宗旨</a:t>
            </a:r>
            <a:endParaRPr lang="zh-CN" altLang="en-US" sz="3600" b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14615" y="2948305"/>
            <a:ext cx="3836670" cy="3620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711200" fontAlgn="auto"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>
                <a:solidFill>
                  <a:schemeClr val="bg1"/>
                </a:solidFill>
              </a:rPr>
              <a:t>为应对高端制造在精度、效率、可追溯性的挑战，我们研发智能精密液体混合系统，将依赖经验的工艺升级为数据驱动的科学过程，驱动产业智能化升级。</a:t>
            </a:r>
            <a:endParaRPr lang="zh-CN" altLang="en-US" sz="280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35" y="1557655"/>
            <a:ext cx="7021195" cy="4973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6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41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1000">
                                          <p:cBhvr additive="base">
                                            <p:cTn id="2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1000">
                                          <p:cBhvr additive="base">
                                            <p:cTn id="28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 animBg="1"/>
          <p:bldP spid="5" grpId="0"/>
          <p:bldP spid="1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6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 animBg="1"/>
          <p:bldP spid="5" grpId="0"/>
          <p:bldP spid="18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9827" y="37174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一、项目介绍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875030" y="3424555"/>
            <a:ext cx="2303780" cy="2561590"/>
            <a:chOff x="874713" y="3193141"/>
            <a:chExt cx="2303916" cy="2612571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874713" y="3193141"/>
              <a:ext cx="2303916" cy="2612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1081748" y="4522212"/>
              <a:ext cx="1912461" cy="39376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ERP/MES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系统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3587599" y="3424636"/>
            <a:ext cx="2303916" cy="2612571"/>
            <a:chOff x="3587599" y="3193141"/>
            <a:chExt cx="2303916" cy="2612571"/>
          </a:xfrm>
        </p:grpSpPr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3587599" y="3193141"/>
              <a:ext cx="2303916" cy="2612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6"/>
              </p:custDataLst>
            </p:nvPr>
          </p:nvSpPr>
          <p:spPr>
            <a:xfrm>
              <a:off x="3690791" y="4319012"/>
              <a:ext cx="1912461" cy="68135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工业触摸屏（</a:t>
              </a: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HMI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）与数据服务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器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7"/>
            </p:custDataLst>
          </p:nvPr>
        </p:nvGrpSpPr>
        <p:grpSpPr>
          <a:xfrm>
            <a:off x="6300485" y="3424636"/>
            <a:ext cx="2303916" cy="2612571"/>
            <a:chOff x="6300485" y="3193141"/>
            <a:chExt cx="2303916" cy="2612571"/>
          </a:xfrm>
        </p:grpSpPr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6300485" y="3193141"/>
              <a:ext cx="2303916" cy="2612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>
              <p:custDataLst>
                <p:tags r:id="rId9"/>
              </p:custDataLst>
            </p:nvPr>
          </p:nvSpPr>
          <p:spPr>
            <a:xfrm>
              <a:off x="6540359" y="4319012"/>
              <a:ext cx="1912461" cy="68135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PLC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主控制器（三菱</a:t>
              </a: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FX5U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）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0"/>
            </p:custDataLst>
          </p:nvPr>
        </p:nvGrpSpPr>
        <p:grpSpPr>
          <a:xfrm>
            <a:off x="9013372" y="3424636"/>
            <a:ext cx="2303916" cy="2612571"/>
            <a:chOff x="9013372" y="3193141"/>
            <a:chExt cx="2303916" cy="2612571"/>
          </a:xfrm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9013372" y="3193141"/>
              <a:ext cx="2303916" cy="2612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>
              <a:off x="9187160" y="4319012"/>
              <a:ext cx="1912461" cy="68135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供料、混合、检测、清洗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现场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3"/>
            </p:custDataLst>
          </p:nvPr>
        </p:nvGrpSpPr>
        <p:grpSpPr>
          <a:xfrm>
            <a:off x="833438" y="2662365"/>
            <a:ext cx="2303916" cy="1349828"/>
            <a:chOff x="874713" y="1712685"/>
            <a:chExt cx="2303916" cy="1349828"/>
          </a:xfrm>
        </p:grpSpPr>
        <p:sp>
          <p:nvSpPr>
            <p:cNvPr id="19" name="矩形 18"/>
            <p:cNvSpPr/>
            <p:nvPr>
              <p:custDataLst>
                <p:tags r:id="rId14"/>
              </p:custDataLst>
            </p:nvPr>
          </p:nvSpPr>
          <p:spPr>
            <a:xfrm>
              <a:off x="874713" y="1712685"/>
              <a:ext cx="2303916" cy="1349828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5"/>
              </p:custDataLst>
            </p:nvPr>
          </p:nvSpPr>
          <p:spPr>
            <a:xfrm>
              <a:off x="908867" y="2430982"/>
              <a:ext cx="2241974" cy="42354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企业信息</a:t>
              </a:r>
              <a:r>
                <a:rPr lang="zh-CN" altLang="en-US" b="1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层</a:t>
              </a:r>
              <a:endParaRPr lang="zh-CN" altLang="en-US" b="1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21" name="椭圆 29"/>
            <p:cNvSpPr/>
            <p:nvPr>
              <p:custDataLst>
                <p:tags r:id="rId16"/>
              </p:custDataLst>
            </p:nvPr>
          </p:nvSpPr>
          <p:spPr>
            <a:xfrm>
              <a:off x="1796764" y="1933886"/>
              <a:ext cx="406382" cy="406382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17"/>
            </p:custDataLst>
          </p:nvPr>
        </p:nvGrpSpPr>
        <p:grpSpPr>
          <a:xfrm>
            <a:off x="3567279" y="2661730"/>
            <a:ext cx="2303916" cy="1349828"/>
            <a:chOff x="3587599" y="1712685"/>
            <a:chExt cx="2303916" cy="1349828"/>
          </a:xfrm>
        </p:grpSpPr>
        <p:sp>
          <p:nvSpPr>
            <p:cNvPr id="23" name="矩形 22"/>
            <p:cNvSpPr/>
            <p:nvPr>
              <p:custDataLst>
                <p:tags r:id="rId18"/>
              </p:custDataLst>
            </p:nvPr>
          </p:nvSpPr>
          <p:spPr>
            <a:xfrm>
              <a:off x="3587599" y="1712685"/>
              <a:ext cx="2303916" cy="1349828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9"/>
              </p:custDataLst>
            </p:nvPr>
          </p:nvSpPr>
          <p:spPr>
            <a:xfrm>
              <a:off x="3625463" y="2430982"/>
              <a:ext cx="2241974" cy="42354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监控</a:t>
              </a:r>
              <a:r>
                <a:rPr lang="zh-CN" altLang="en-US" b="1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层</a:t>
              </a:r>
              <a:endParaRPr lang="zh-CN" altLang="en-US" b="1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25" name="椭圆 30"/>
            <p:cNvSpPr/>
            <p:nvPr>
              <p:custDataLst>
                <p:tags r:id="rId20"/>
              </p:custDataLst>
            </p:nvPr>
          </p:nvSpPr>
          <p:spPr>
            <a:xfrm>
              <a:off x="4545754" y="1933886"/>
              <a:ext cx="392753" cy="406382"/>
            </a:xfrm>
            <a:custGeom>
              <a:avLst/>
              <a:gdLst>
                <a:gd name="connsiteX0" fmla="*/ 94055 w 317452"/>
                <a:gd name="connsiteY0" fmla="*/ 135965 h 328468"/>
                <a:gd name="connsiteX1" fmla="*/ 94407 w 317452"/>
                <a:gd name="connsiteY1" fmla="*/ 136055 h 328468"/>
                <a:gd name="connsiteX2" fmla="*/ 104825 w 317452"/>
                <a:gd name="connsiteY2" fmla="*/ 158537 h 328468"/>
                <a:gd name="connsiteX3" fmla="*/ 106109 w 317452"/>
                <a:gd name="connsiteY3" fmla="*/ 161308 h 328468"/>
                <a:gd name="connsiteX4" fmla="*/ 98162 w 317452"/>
                <a:gd name="connsiteY4" fmla="*/ 160053 h 328468"/>
                <a:gd name="connsiteX5" fmla="*/ 96849 w 317452"/>
                <a:gd name="connsiteY5" fmla="*/ 160053 h 328468"/>
                <a:gd name="connsiteX6" fmla="*/ 92911 w 317452"/>
                <a:gd name="connsiteY6" fmla="*/ 137630 h 328468"/>
                <a:gd name="connsiteX7" fmla="*/ 93506 w 317452"/>
                <a:gd name="connsiteY7" fmla="*/ 136765 h 328468"/>
                <a:gd name="connsiteX8" fmla="*/ 39496 w 317452"/>
                <a:gd name="connsiteY8" fmla="*/ 115887 h 328468"/>
                <a:gd name="connsiteX9" fmla="*/ 51437 w 317452"/>
                <a:gd name="connsiteY9" fmla="*/ 165488 h 328468"/>
                <a:gd name="connsiteX10" fmla="*/ 48784 w 317452"/>
                <a:gd name="connsiteY10" fmla="*/ 166793 h 328468"/>
                <a:gd name="connsiteX11" fmla="*/ 47457 w 317452"/>
                <a:gd name="connsiteY11" fmla="*/ 170709 h 328468"/>
                <a:gd name="connsiteX12" fmla="*/ 48784 w 317452"/>
                <a:gd name="connsiteY12" fmla="*/ 173319 h 328468"/>
                <a:gd name="connsiteX13" fmla="*/ 52764 w 317452"/>
                <a:gd name="connsiteY13" fmla="*/ 175930 h 328468"/>
                <a:gd name="connsiteX14" fmla="*/ 55418 w 317452"/>
                <a:gd name="connsiteY14" fmla="*/ 174625 h 328468"/>
                <a:gd name="connsiteX15" fmla="*/ 87263 w 317452"/>
                <a:gd name="connsiteY15" fmla="*/ 216393 h 328468"/>
                <a:gd name="connsiteX16" fmla="*/ 55418 w 317452"/>
                <a:gd name="connsiteY16" fmla="*/ 230752 h 328468"/>
                <a:gd name="connsiteX17" fmla="*/ 38169 w 317452"/>
                <a:gd name="connsiteY17" fmla="*/ 224225 h 328468"/>
                <a:gd name="connsiteX18" fmla="*/ 1017 w 317452"/>
                <a:gd name="connsiteY18" fmla="*/ 147214 h 328468"/>
                <a:gd name="connsiteX19" fmla="*/ 7651 w 317452"/>
                <a:gd name="connsiteY19" fmla="*/ 128940 h 328468"/>
                <a:gd name="connsiteX20" fmla="*/ 39496 w 317452"/>
                <a:gd name="connsiteY20" fmla="*/ 115887 h 328468"/>
                <a:gd name="connsiteX21" fmla="*/ 63900 w 317452"/>
                <a:gd name="connsiteY21" fmla="*/ 106627 h 328468"/>
                <a:gd name="connsiteX22" fmla="*/ 71807 w 317452"/>
                <a:gd name="connsiteY22" fmla="*/ 114982 h 328468"/>
                <a:gd name="connsiteX23" fmla="*/ 81033 w 317452"/>
                <a:gd name="connsiteY23" fmla="*/ 133331 h 328468"/>
                <a:gd name="connsiteX24" fmla="*/ 87623 w 317452"/>
                <a:gd name="connsiteY24" fmla="*/ 130710 h 328468"/>
                <a:gd name="connsiteX25" fmla="*/ 95803 w 317452"/>
                <a:gd name="connsiteY25" fmla="*/ 133422 h 328468"/>
                <a:gd name="connsiteX26" fmla="*/ 94055 w 317452"/>
                <a:gd name="connsiteY26" fmla="*/ 135965 h 328468"/>
                <a:gd name="connsiteX27" fmla="*/ 89115 w 317452"/>
                <a:gd name="connsiteY27" fmla="*/ 134702 h 328468"/>
                <a:gd name="connsiteX28" fmla="*/ 83823 w 317452"/>
                <a:gd name="connsiteY28" fmla="*/ 137407 h 328468"/>
                <a:gd name="connsiteX29" fmla="*/ 82500 w 317452"/>
                <a:gd name="connsiteY29" fmla="*/ 137407 h 328468"/>
                <a:gd name="connsiteX30" fmla="*/ 97053 w 317452"/>
                <a:gd name="connsiteY30" fmla="*/ 169863 h 328468"/>
                <a:gd name="connsiteX31" fmla="*/ 98375 w 317452"/>
                <a:gd name="connsiteY31" fmla="*/ 169863 h 328468"/>
                <a:gd name="connsiteX32" fmla="*/ 103667 w 317452"/>
                <a:gd name="connsiteY32" fmla="*/ 167158 h 328468"/>
                <a:gd name="connsiteX33" fmla="*/ 106313 w 317452"/>
                <a:gd name="connsiteY33" fmla="*/ 161749 h 328468"/>
                <a:gd name="connsiteX34" fmla="*/ 106109 w 317452"/>
                <a:gd name="connsiteY34" fmla="*/ 161308 h 328468"/>
                <a:gd name="connsiteX35" fmla="*/ 109648 w 317452"/>
                <a:gd name="connsiteY35" fmla="*/ 161866 h 328468"/>
                <a:gd name="connsiteX36" fmla="*/ 110272 w 317452"/>
                <a:gd name="connsiteY36" fmla="*/ 161402 h 328468"/>
                <a:gd name="connsiteX37" fmla="*/ 110522 w 317452"/>
                <a:gd name="connsiteY37" fmla="*/ 164622 h 328468"/>
                <a:gd name="connsiteX38" fmla="*/ 106074 w 317452"/>
                <a:gd name="connsiteY38" fmla="*/ 170028 h 328468"/>
                <a:gd name="connsiteX39" fmla="*/ 99484 w 317452"/>
                <a:gd name="connsiteY39" fmla="*/ 172650 h 328468"/>
                <a:gd name="connsiteX40" fmla="*/ 107391 w 317452"/>
                <a:gd name="connsiteY40" fmla="*/ 192309 h 328468"/>
                <a:gd name="connsiteX41" fmla="*/ 100802 w 317452"/>
                <a:gd name="connsiteY41" fmla="*/ 211968 h 328468"/>
                <a:gd name="connsiteX42" fmla="*/ 91576 w 317452"/>
                <a:gd name="connsiteY42" fmla="*/ 215900 h 328468"/>
                <a:gd name="connsiteX43" fmla="*/ 59946 w 317452"/>
                <a:gd name="connsiteY43" fmla="*/ 172650 h 328468"/>
                <a:gd name="connsiteX44" fmla="*/ 62582 w 317452"/>
                <a:gd name="connsiteY44" fmla="*/ 171339 h 328468"/>
                <a:gd name="connsiteX45" fmla="*/ 63900 w 317452"/>
                <a:gd name="connsiteY45" fmla="*/ 166097 h 328468"/>
                <a:gd name="connsiteX46" fmla="*/ 62582 w 317452"/>
                <a:gd name="connsiteY46" fmla="*/ 163475 h 328468"/>
                <a:gd name="connsiteX47" fmla="*/ 58628 w 317452"/>
                <a:gd name="connsiteY47" fmla="*/ 162165 h 328468"/>
                <a:gd name="connsiteX48" fmla="*/ 54674 w 317452"/>
                <a:gd name="connsiteY48" fmla="*/ 163475 h 328468"/>
                <a:gd name="connsiteX49" fmla="*/ 42813 w 317452"/>
                <a:gd name="connsiteY49" fmla="*/ 111051 h 328468"/>
                <a:gd name="connsiteX50" fmla="*/ 52038 w 317452"/>
                <a:gd name="connsiteY50" fmla="*/ 107119 h 328468"/>
                <a:gd name="connsiteX51" fmla="*/ 63900 w 317452"/>
                <a:gd name="connsiteY51" fmla="*/ 106627 h 328468"/>
                <a:gd name="connsiteX52" fmla="*/ 221560 w 317452"/>
                <a:gd name="connsiteY52" fmla="*/ 67725 h 328468"/>
                <a:gd name="connsiteX53" fmla="*/ 239938 w 317452"/>
                <a:gd name="connsiteY53" fmla="*/ 67725 h 328468"/>
                <a:gd name="connsiteX54" fmla="*/ 249127 w 317452"/>
                <a:gd name="connsiteY54" fmla="*/ 90147 h 328468"/>
                <a:gd name="connsiteX55" fmla="*/ 249127 w 317452"/>
                <a:gd name="connsiteY55" fmla="*/ 99380 h 328468"/>
                <a:gd name="connsiteX56" fmla="*/ 259629 w 317452"/>
                <a:gd name="connsiteY56" fmla="*/ 162691 h 328468"/>
                <a:gd name="connsiteX57" fmla="*/ 300324 w 317452"/>
                <a:gd name="connsiteY57" fmla="*/ 193027 h 328468"/>
                <a:gd name="connsiteX58" fmla="*/ 304262 w 317452"/>
                <a:gd name="connsiteY58" fmla="*/ 215450 h 328468"/>
                <a:gd name="connsiteX59" fmla="*/ 283258 w 317452"/>
                <a:gd name="connsiteY59" fmla="*/ 219407 h 328468"/>
                <a:gd name="connsiteX60" fmla="*/ 281946 w 317452"/>
                <a:gd name="connsiteY60" fmla="*/ 218088 h 328468"/>
                <a:gd name="connsiteX61" fmla="*/ 236000 w 317452"/>
                <a:gd name="connsiteY61" fmla="*/ 185113 h 328468"/>
                <a:gd name="connsiteX62" fmla="*/ 229436 w 317452"/>
                <a:gd name="connsiteY62" fmla="*/ 174562 h 328468"/>
                <a:gd name="connsiteX63" fmla="*/ 224185 w 317452"/>
                <a:gd name="connsiteY63" fmla="*/ 145544 h 328468"/>
                <a:gd name="connsiteX64" fmla="*/ 196617 w 317452"/>
                <a:gd name="connsiteY64" fmla="*/ 194346 h 328468"/>
                <a:gd name="connsiteX65" fmla="*/ 229436 w 317452"/>
                <a:gd name="connsiteY65" fmla="*/ 243148 h 328468"/>
                <a:gd name="connsiteX66" fmla="*/ 230749 w 317452"/>
                <a:gd name="connsiteY66" fmla="*/ 265571 h 328468"/>
                <a:gd name="connsiteX67" fmla="*/ 195305 w 317452"/>
                <a:gd name="connsiteY67" fmla="*/ 318329 h 328468"/>
                <a:gd name="connsiteX68" fmla="*/ 169050 w 317452"/>
                <a:gd name="connsiteY68" fmla="*/ 323605 h 328468"/>
                <a:gd name="connsiteX69" fmla="*/ 167737 w 317452"/>
                <a:gd name="connsiteY69" fmla="*/ 323605 h 328468"/>
                <a:gd name="connsiteX70" fmla="*/ 162486 w 317452"/>
                <a:gd name="connsiteY70" fmla="*/ 297226 h 328468"/>
                <a:gd name="connsiteX71" fmla="*/ 191366 w 317452"/>
                <a:gd name="connsiteY71" fmla="*/ 255019 h 328468"/>
                <a:gd name="connsiteX72" fmla="*/ 167737 w 317452"/>
                <a:gd name="connsiteY72" fmla="*/ 220726 h 328468"/>
                <a:gd name="connsiteX73" fmla="*/ 70594 w 317452"/>
                <a:gd name="connsiteY73" fmla="*/ 322286 h 328468"/>
                <a:gd name="connsiteX74" fmla="*/ 46965 w 317452"/>
                <a:gd name="connsiteY74" fmla="*/ 326243 h 328468"/>
                <a:gd name="connsiteX75" fmla="*/ 44339 w 317452"/>
                <a:gd name="connsiteY75" fmla="*/ 322286 h 328468"/>
                <a:gd name="connsiteX76" fmla="*/ 43027 w 317452"/>
                <a:gd name="connsiteY76" fmla="*/ 295907 h 328468"/>
                <a:gd name="connsiteX77" fmla="*/ 144108 w 317452"/>
                <a:gd name="connsiteY77" fmla="*/ 189070 h 328468"/>
                <a:gd name="connsiteX78" fmla="*/ 148046 w 317452"/>
                <a:gd name="connsiteY78" fmla="*/ 177200 h 328468"/>
                <a:gd name="connsiteX79" fmla="*/ 190054 w 317452"/>
                <a:gd name="connsiteY79" fmla="*/ 103337 h 328468"/>
                <a:gd name="connsiteX80" fmla="*/ 151984 w 317452"/>
                <a:gd name="connsiteY80" fmla="*/ 107294 h 328468"/>
                <a:gd name="connsiteX81" fmla="*/ 119166 w 317452"/>
                <a:gd name="connsiteY81" fmla="*/ 154777 h 328468"/>
                <a:gd name="connsiteX82" fmla="*/ 110272 w 317452"/>
                <a:gd name="connsiteY82" fmla="*/ 161402 h 328468"/>
                <a:gd name="connsiteX83" fmla="*/ 110027 w 317452"/>
                <a:gd name="connsiteY83" fmla="*/ 158233 h 328468"/>
                <a:gd name="connsiteX84" fmla="*/ 99484 w 317452"/>
                <a:gd name="connsiteY84" fmla="*/ 134642 h 328468"/>
                <a:gd name="connsiteX85" fmla="*/ 95803 w 317452"/>
                <a:gd name="connsiteY85" fmla="*/ 133422 h 328468"/>
                <a:gd name="connsiteX86" fmla="*/ 97670 w 317452"/>
                <a:gd name="connsiteY86" fmla="*/ 130706 h 328468"/>
                <a:gd name="connsiteX87" fmla="*/ 130980 w 317452"/>
                <a:gd name="connsiteY87" fmla="*/ 82234 h 328468"/>
                <a:gd name="connsiteX88" fmla="*/ 141482 w 317452"/>
                <a:gd name="connsiteY88" fmla="*/ 75639 h 328468"/>
                <a:gd name="connsiteX89" fmla="*/ 221560 w 317452"/>
                <a:gd name="connsiteY89" fmla="*/ 67725 h 328468"/>
                <a:gd name="connsiteX90" fmla="*/ 276970 w 317452"/>
                <a:gd name="connsiteY90" fmla="*/ 0 h 328468"/>
                <a:gd name="connsiteX91" fmla="*/ 317452 w 317452"/>
                <a:gd name="connsiteY91" fmla="*/ 39688 h 328468"/>
                <a:gd name="connsiteX92" fmla="*/ 276970 w 317452"/>
                <a:gd name="connsiteY92" fmla="*/ 79376 h 328468"/>
                <a:gd name="connsiteX93" fmla="*/ 236488 w 317452"/>
                <a:gd name="connsiteY93" fmla="*/ 39688 h 328468"/>
                <a:gd name="connsiteX94" fmla="*/ 276970 w 317452"/>
                <a:gd name="connsiteY94" fmla="*/ 0 h 32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317452" h="328468">
                  <a:moveTo>
                    <a:pt x="94055" y="135965"/>
                  </a:moveTo>
                  <a:lnTo>
                    <a:pt x="94407" y="136055"/>
                  </a:lnTo>
                  <a:cubicBezTo>
                    <a:pt x="100360" y="148902"/>
                    <a:pt x="103337" y="155325"/>
                    <a:pt x="104825" y="158537"/>
                  </a:cubicBezTo>
                  <a:lnTo>
                    <a:pt x="106109" y="161308"/>
                  </a:lnTo>
                  <a:lnTo>
                    <a:pt x="98162" y="160053"/>
                  </a:lnTo>
                  <a:cubicBezTo>
                    <a:pt x="98162" y="160053"/>
                    <a:pt x="96849" y="160053"/>
                    <a:pt x="96849" y="160053"/>
                  </a:cubicBezTo>
                  <a:cubicBezTo>
                    <a:pt x="90285" y="154777"/>
                    <a:pt x="87660" y="144225"/>
                    <a:pt x="92911" y="137630"/>
                  </a:cubicBezTo>
                  <a:cubicBezTo>
                    <a:pt x="92911" y="137630"/>
                    <a:pt x="92911" y="137630"/>
                    <a:pt x="93506" y="136765"/>
                  </a:cubicBezTo>
                  <a:close/>
                  <a:moveTo>
                    <a:pt x="39496" y="115887"/>
                  </a:moveTo>
                  <a:cubicBezTo>
                    <a:pt x="39496" y="115887"/>
                    <a:pt x="39496" y="115887"/>
                    <a:pt x="51437" y="165488"/>
                  </a:cubicBezTo>
                  <a:cubicBezTo>
                    <a:pt x="51437" y="165488"/>
                    <a:pt x="51437" y="165488"/>
                    <a:pt x="48784" y="166793"/>
                  </a:cubicBezTo>
                  <a:cubicBezTo>
                    <a:pt x="47457" y="166793"/>
                    <a:pt x="47457" y="169403"/>
                    <a:pt x="47457" y="170709"/>
                  </a:cubicBezTo>
                  <a:cubicBezTo>
                    <a:pt x="47457" y="170709"/>
                    <a:pt x="47457" y="170709"/>
                    <a:pt x="48784" y="173319"/>
                  </a:cubicBezTo>
                  <a:cubicBezTo>
                    <a:pt x="50111" y="175930"/>
                    <a:pt x="51437" y="175930"/>
                    <a:pt x="52764" y="175930"/>
                  </a:cubicBezTo>
                  <a:lnTo>
                    <a:pt x="55418" y="174625"/>
                  </a:lnTo>
                  <a:cubicBezTo>
                    <a:pt x="55418" y="174625"/>
                    <a:pt x="55418" y="174625"/>
                    <a:pt x="87263" y="216393"/>
                  </a:cubicBezTo>
                  <a:cubicBezTo>
                    <a:pt x="87263" y="216393"/>
                    <a:pt x="87263" y="216393"/>
                    <a:pt x="55418" y="230752"/>
                  </a:cubicBezTo>
                  <a:cubicBezTo>
                    <a:pt x="48784" y="233362"/>
                    <a:pt x="40823" y="230752"/>
                    <a:pt x="38169" y="224225"/>
                  </a:cubicBezTo>
                  <a:cubicBezTo>
                    <a:pt x="38169" y="224225"/>
                    <a:pt x="38169" y="224225"/>
                    <a:pt x="1017" y="147214"/>
                  </a:cubicBezTo>
                  <a:cubicBezTo>
                    <a:pt x="-1637" y="140687"/>
                    <a:pt x="1017" y="132856"/>
                    <a:pt x="7651" y="128940"/>
                  </a:cubicBezTo>
                  <a:cubicBezTo>
                    <a:pt x="7651" y="128940"/>
                    <a:pt x="7651" y="128940"/>
                    <a:pt x="39496" y="115887"/>
                  </a:cubicBezTo>
                  <a:close/>
                  <a:moveTo>
                    <a:pt x="63900" y="106627"/>
                  </a:moveTo>
                  <a:cubicBezTo>
                    <a:pt x="67524" y="108102"/>
                    <a:pt x="70489" y="111051"/>
                    <a:pt x="71807" y="114982"/>
                  </a:cubicBezTo>
                  <a:cubicBezTo>
                    <a:pt x="71807" y="114982"/>
                    <a:pt x="71807" y="114982"/>
                    <a:pt x="81033" y="133331"/>
                  </a:cubicBezTo>
                  <a:cubicBezTo>
                    <a:pt x="81033" y="133331"/>
                    <a:pt x="81033" y="133331"/>
                    <a:pt x="87623" y="130710"/>
                  </a:cubicBezTo>
                  <a:lnTo>
                    <a:pt x="95803" y="133422"/>
                  </a:lnTo>
                  <a:lnTo>
                    <a:pt x="94055" y="135965"/>
                  </a:lnTo>
                  <a:lnTo>
                    <a:pt x="89115" y="134702"/>
                  </a:lnTo>
                  <a:cubicBezTo>
                    <a:pt x="89115" y="134702"/>
                    <a:pt x="89115" y="134702"/>
                    <a:pt x="83823" y="137407"/>
                  </a:cubicBezTo>
                  <a:cubicBezTo>
                    <a:pt x="83823" y="137407"/>
                    <a:pt x="82500" y="137407"/>
                    <a:pt x="82500" y="137407"/>
                  </a:cubicBezTo>
                  <a:cubicBezTo>
                    <a:pt x="82500" y="137407"/>
                    <a:pt x="82500" y="137407"/>
                    <a:pt x="97053" y="169863"/>
                  </a:cubicBezTo>
                  <a:cubicBezTo>
                    <a:pt x="97053" y="169863"/>
                    <a:pt x="97053" y="169863"/>
                    <a:pt x="98375" y="169863"/>
                  </a:cubicBezTo>
                  <a:lnTo>
                    <a:pt x="103667" y="167158"/>
                  </a:lnTo>
                  <a:cubicBezTo>
                    <a:pt x="106313" y="165806"/>
                    <a:pt x="106313" y="163101"/>
                    <a:pt x="106313" y="161749"/>
                  </a:cubicBezTo>
                  <a:lnTo>
                    <a:pt x="106109" y="161308"/>
                  </a:lnTo>
                  <a:lnTo>
                    <a:pt x="109648" y="161866"/>
                  </a:lnTo>
                  <a:lnTo>
                    <a:pt x="110272" y="161402"/>
                  </a:lnTo>
                  <a:lnTo>
                    <a:pt x="110522" y="164622"/>
                  </a:lnTo>
                  <a:cubicBezTo>
                    <a:pt x="109698" y="166752"/>
                    <a:pt x="108051" y="168718"/>
                    <a:pt x="106074" y="170028"/>
                  </a:cubicBezTo>
                  <a:cubicBezTo>
                    <a:pt x="106074" y="170028"/>
                    <a:pt x="106074" y="170028"/>
                    <a:pt x="99484" y="172650"/>
                  </a:cubicBezTo>
                  <a:cubicBezTo>
                    <a:pt x="99484" y="172650"/>
                    <a:pt x="99484" y="172650"/>
                    <a:pt x="107391" y="192309"/>
                  </a:cubicBezTo>
                  <a:cubicBezTo>
                    <a:pt x="111345" y="198862"/>
                    <a:pt x="107391" y="208036"/>
                    <a:pt x="100802" y="211968"/>
                  </a:cubicBezTo>
                  <a:cubicBezTo>
                    <a:pt x="100802" y="211968"/>
                    <a:pt x="100802" y="211968"/>
                    <a:pt x="91576" y="215900"/>
                  </a:cubicBezTo>
                  <a:cubicBezTo>
                    <a:pt x="91576" y="215900"/>
                    <a:pt x="91576" y="215900"/>
                    <a:pt x="59946" y="172650"/>
                  </a:cubicBezTo>
                  <a:cubicBezTo>
                    <a:pt x="59946" y="172650"/>
                    <a:pt x="59946" y="172650"/>
                    <a:pt x="62582" y="171339"/>
                  </a:cubicBezTo>
                  <a:cubicBezTo>
                    <a:pt x="65218" y="170028"/>
                    <a:pt x="65218" y="167407"/>
                    <a:pt x="63900" y="166097"/>
                  </a:cubicBezTo>
                  <a:cubicBezTo>
                    <a:pt x="63900" y="166097"/>
                    <a:pt x="63900" y="166097"/>
                    <a:pt x="62582" y="163475"/>
                  </a:cubicBezTo>
                  <a:cubicBezTo>
                    <a:pt x="62582" y="162165"/>
                    <a:pt x="59946" y="160854"/>
                    <a:pt x="58628" y="162165"/>
                  </a:cubicBezTo>
                  <a:cubicBezTo>
                    <a:pt x="58628" y="162165"/>
                    <a:pt x="58628" y="162165"/>
                    <a:pt x="54674" y="163475"/>
                  </a:cubicBezTo>
                  <a:cubicBezTo>
                    <a:pt x="54674" y="163475"/>
                    <a:pt x="54674" y="163475"/>
                    <a:pt x="42813" y="111051"/>
                  </a:cubicBezTo>
                  <a:cubicBezTo>
                    <a:pt x="42813" y="111051"/>
                    <a:pt x="42813" y="111051"/>
                    <a:pt x="52038" y="107119"/>
                  </a:cubicBezTo>
                  <a:cubicBezTo>
                    <a:pt x="55992" y="105153"/>
                    <a:pt x="60275" y="105153"/>
                    <a:pt x="63900" y="106627"/>
                  </a:cubicBezTo>
                  <a:close/>
                  <a:moveTo>
                    <a:pt x="221560" y="67725"/>
                  </a:moveTo>
                  <a:cubicBezTo>
                    <a:pt x="226810" y="65087"/>
                    <a:pt x="234687" y="65087"/>
                    <a:pt x="239938" y="67725"/>
                  </a:cubicBezTo>
                  <a:cubicBezTo>
                    <a:pt x="247814" y="73001"/>
                    <a:pt x="250440" y="80915"/>
                    <a:pt x="249127" y="90147"/>
                  </a:cubicBezTo>
                  <a:cubicBezTo>
                    <a:pt x="249127" y="92785"/>
                    <a:pt x="249127" y="96742"/>
                    <a:pt x="249127" y="99380"/>
                  </a:cubicBezTo>
                  <a:cubicBezTo>
                    <a:pt x="249127" y="99380"/>
                    <a:pt x="249127" y="99380"/>
                    <a:pt x="259629" y="162691"/>
                  </a:cubicBezTo>
                  <a:cubicBezTo>
                    <a:pt x="259629" y="162691"/>
                    <a:pt x="259629" y="162691"/>
                    <a:pt x="300324" y="193027"/>
                  </a:cubicBezTo>
                  <a:cubicBezTo>
                    <a:pt x="308200" y="198303"/>
                    <a:pt x="309513" y="207536"/>
                    <a:pt x="304262" y="215450"/>
                  </a:cubicBezTo>
                  <a:cubicBezTo>
                    <a:pt x="299011" y="222045"/>
                    <a:pt x="289822" y="223363"/>
                    <a:pt x="283258" y="219407"/>
                  </a:cubicBezTo>
                  <a:cubicBezTo>
                    <a:pt x="283258" y="219407"/>
                    <a:pt x="281946" y="219407"/>
                    <a:pt x="281946" y="218088"/>
                  </a:cubicBezTo>
                  <a:cubicBezTo>
                    <a:pt x="281946" y="218088"/>
                    <a:pt x="281946" y="218088"/>
                    <a:pt x="236000" y="185113"/>
                  </a:cubicBezTo>
                  <a:cubicBezTo>
                    <a:pt x="232061" y="182475"/>
                    <a:pt x="230749" y="178518"/>
                    <a:pt x="229436" y="174562"/>
                  </a:cubicBezTo>
                  <a:cubicBezTo>
                    <a:pt x="229436" y="174562"/>
                    <a:pt x="229436" y="174562"/>
                    <a:pt x="224185" y="145544"/>
                  </a:cubicBezTo>
                  <a:cubicBezTo>
                    <a:pt x="224185" y="145544"/>
                    <a:pt x="224185" y="145544"/>
                    <a:pt x="196617" y="194346"/>
                  </a:cubicBezTo>
                  <a:cubicBezTo>
                    <a:pt x="196617" y="194346"/>
                    <a:pt x="196617" y="194346"/>
                    <a:pt x="229436" y="243148"/>
                  </a:cubicBezTo>
                  <a:cubicBezTo>
                    <a:pt x="234687" y="249743"/>
                    <a:pt x="234687" y="258976"/>
                    <a:pt x="230749" y="265571"/>
                  </a:cubicBezTo>
                  <a:cubicBezTo>
                    <a:pt x="230749" y="265571"/>
                    <a:pt x="230749" y="265571"/>
                    <a:pt x="195305" y="318329"/>
                  </a:cubicBezTo>
                  <a:cubicBezTo>
                    <a:pt x="188741" y="326243"/>
                    <a:pt x="178239" y="328881"/>
                    <a:pt x="169050" y="323605"/>
                  </a:cubicBezTo>
                  <a:cubicBezTo>
                    <a:pt x="169050" y="323605"/>
                    <a:pt x="169050" y="323605"/>
                    <a:pt x="167737" y="323605"/>
                  </a:cubicBezTo>
                  <a:cubicBezTo>
                    <a:pt x="159861" y="318329"/>
                    <a:pt x="157235" y="305140"/>
                    <a:pt x="162486" y="297226"/>
                  </a:cubicBezTo>
                  <a:cubicBezTo>
                    <a:pt x="162486" y="297226"/>
                    <a:pt x="162486" y="297226"/>
                    <a:pt x="191366" y="255019"/>
                  </a:cubicBezTo>
                  <a:cubicBezTo>
                    <a:pt x="191366" y="255019"/>
                    <a:pt x="191366" y="255019"/>
                    <a:pt x="167737" y="220726"/>
                  </a:cubicBezTo>
                  <a:cubicBezTo>
                    <a:pt x="167737" y="220726"/>
                    <a:pt x="167737" y="220726"/>
                    <a:pt x="70594" y="322286"/>
                  </a:cubicBezTo>
                  <a:cubicBezTo>
                    <a:pt x="65343" y="328881"/>
                    <a:pt x="54841" y="330200"/>
                    <a:pt x="46965" y="326243"/>
                  </a:cubicBezTo>
                  <a:cubicBezTo>
                    <a:pt x="45652" y="324924"/>
                    <a:pt x="44339" y="323605"/>
                    <a:pt x="44339" y="322286"/>
                  </a:cubicBezTo>
                  <a:cubicBezTo>
                    <a:pt x="36463" y="315691"/>
                    <a:pt x="36463" y="303821"/>
                    <a:pt x="43027" y="295907"/>
                  </a:cubicBezTo>
                  <a:cubicBezTo>
                    <a:pt x="43027" y="295907"/>
                    <a:pt x="43027" y="295907"/>
                    <a:pt x="144108" y="189070"/>
                  </a:cubicBezTo>
                  <a:cubicBezTo>
                    <a:pt x="144108" y="185113"/>
                    <a:pt x="145421" y="181156"/>
                    <a:pt x="148046" y="177200"/>
                  </a:cubicBezTo>
                  <a:cubicBezTo>
                    <a:pt x="148046" y="177200"/>
                    <a:pt x="148046" y="177200"/>
                    <a:pt x="190054" y="103337"/>
                  </a:cubicBezTo>
                  <a:cubicBezTo>
                    <a:pt x="190054" y="103337"/>
                    <a:pt x="190054" y="103337"/>
                    <a:pt x="151984" y="107294"/>
                  </a:cubicBezTo>
                  <a:cubicBezTo>
                    <a:pt x="151984" y="107294"/>
                    <a:pt x="151984" y="107294"/>
                    <a:pt x="119166" y="154777"/>
                  </a:cubicBezTo>
                  <a:lnTo>
                    <a:pt x="110272" y="161402"/>
                  </a:lnTo>
                  <a:lnTo>
                    <a:pt x="110027" y="158233"/>
                  </a:lnTo>
                  <a:cubicBezTo>
                    <a:pt x="99484" y="134642"/>
                    <a:pt x="99484" y="134642"/>
                    <a:pt x="99484" y="134642"/>
                  </a:cubicBezTo>
                  <a:lnTo>
                    <a:pt x="95803" y="133422"/>
                  </a:lnTo>
                  <a:lnTo>
                    <a:pt x="97670" y="130706"/>
                  </a:lnTo>
                  <a:cubicBezTo>
                    <a:pt x="102428" y="123781"/>
                    <a:pt x="111946" y="109932"/>
                    <a:pt x="130980" y="82234"/>
                  </a:cubicBezTo>
                  <a:cubicBezTo>
                    <a:pt x="133606" y="78277"/>
                    <a:pt x="137544" y="75639"/>
                    <a:pt x="141482" y="75639"/>
                  </a:cubicBezTo>
                  <a:cubicBezTo>
                    <a:pt x="141482" y="75639"/>
                    <a:pt x="141482" y="75639"/>
                    <a:pt x="221560" y="67725"/>
                  </a:cubicBezTo>
                  <a:close/>
                  <a:moveTo>
                    <a:pt x="276970" y="0"/>
                  </a:moveTo>
                  <a:cubicBezTo>
                    <a:pt x="299328" y="0"/>
                    <a:pt x="317452" y="17769"/>
                    <a:pt x="317452" y="39688"/>
                  </a:cubicBezTo>
                  <a:cubicBezTo>
                    <a:pt x="317452" y="61607"/>
                    <a:pt x="299328" y="79376"/>
                    <a:pt x="276970" y="79376"/>
                  </a:cubicBezTo>
                  <a:cubicBezTo>
                    <a:pt x="254612" y="79376"/>
                    <a:pt x="236488" y="61607"/>
                    <a:pt x="236488" y="39688"/>
                  </a:cubicBezTo>
                  <a:cubicBezTo>
                    <a:pt x="236488" y="17769"/>
                    <a:pt x="254612" y="0"/>
                    <a:pt x="27697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21"/>
            </p:custDataLst>
          </p:nvPr>
        </p:nvGrpSpPr>
        <p:grpSpPr>
          <a:xfrm>
            <a:off x="6334140" y="2661095"/>
            <a:ext cx="2303916" cy="1349828"/>
            <a:chOff x="6300485" y="1712685"/>
            <a:chExt cx="2303916" cy="1349828"/>
          </a:xfrm>
        </p:grpSpPr>
        <p:sp>
          <p:nvSpPr>
            <p:cNvPr id="27" name="矩形 26"/>
            <p:cNvSpPr/>
            <p:nvPr>
              <p:custDataLst>
                <p:tags r:id="rId22"/>
              </p:custDataLst>
            </p:nvPr>
          </p:nvSpPr>
          <p:spPr>
            <a:xfrm>
              <a:off x="6300485" y="1712685"/>
              <a:ext cx="2303916" cy="1349828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23"/>
              </p:custDataLst>
            </p:nvPr>
          </p:nvSpPr>
          <p:spPr>
            <a:xfrm>
              <a:off x="6341919" y="2430982"/>
              <a:ext cx="2241974" cy="42354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控制</a:t>
              </a:r>
              <a:r>
                <a:rPr lang="zh-CN" altLang="en-US" b="1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层</a:t>
              </a:r>
              <a:endParaRPr lang="zh-CN" altLang="en-US" b="1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29" name="椭圆 31"/>
            <p:cNvSpPr/>
            <p:nvPr>
              <p:custDataLst>
                <p:tags r:id="rId24"/>
              </p:custDataLst>
            </p:nvPr>
          </p:nvSpPr>
          <p:spPr>
            <a:xfrm>
              <a:off x="7314127" y="1933886"/>
              <a:ext cx="340354" cy="406382"/>
            </a:xfrm>
            <a:custGeom>
              <a:avLst/>
              <a:gdLst>
                <a:gd name="connsiteX0" fmla="*/ 206816 w 281869"/>
                <a:gd name="connsiteY0" fmla="*/ 79120 h 336550"/>
                <a:gd name="connsiteX1" fmla="*/ 201524 w 281869"/>
                <a:gd name="connsiteY1" fmla="*/ 85782 h 336550"/>
                <a:gd name="connsiteX2" fmla="*/ 201524 w 281869"/>
                <a:gd name="connsiteY2" fmla="*/ 92444 h 336550"/>
                <a:gd name="connsiteX3" fmla="*/ 205493 w 281869"/>
                <a:gd name="connsiteY3" fmla="*/ 96441 h 336550"/>
                <a:gd name="connsiteX4" fmla="*/ 198878 w 281869"/>
                <a:gd name="connsiteY4" fmla="*/ 133748 h 336550"/>
                <a:gd name="connsiteX5" fmla="*/ 198878 w 281869"/>
                <a:gd name="connsiteY5" fmla="*/ 137745 h 336550"/>
                <a:gd name="connsiteX6" fmla="*/ 206816 w 281869"/>
                <a:gd name="connsiteY6" fmla="*/ 149736 h 336550"/>
                <a:gd name="connsiteX7" fmla="*/ 213430 w 281869"/>
                <a:gd name="connsiteY7" fmla="*/ 149736 h 336550"/>
                <a:gd name="connsiteX8" fmla="*/ 221368 w 281869"/>
                <a:gd name="connsiteY8" fmla="*/ 137745 h 336550"/>
                <a:gd name="connsiteX9" fmla="*/ 221368 w 281869"/>
                <a:gd name="connsiteY9" fmla="*/ 133748 h 336550"/>
                <a:gd name="connsiteX10" fmla="*/ 214753 w 281869"/>
                <a:gd name="connsiteY10" fmla="*/ 96441 h 336550"/>
                <a:gd name="connsiteX11" fmla="*/ 220045 w 281869"/>
                <a:gd name="connsiteY11" fmla="*/ 92444 h 336550"/>
                <a:gd name="connsiteX12" fmla="*/ 220045 w 281869"/>
                <a:gd name="connsiteY12" fmla="*/ 85782 h 336550"/>
                <a:gd name="connsiteX13" fmla="*/ 213430 w 281869"/>
                <a:gd name="connsiteY13" fmla="*/ 79120 h 336550"/>
                <a:gd name="connsiteX14" fmla="*/ 206816 w 281869"/>
                <a:gd name="connsiteY14" fmla="*/ 79120 h 336550"/>
                <a:gd name="connsiteX15" fmla="*/ 68439 w 281869"/>
                <a:gd name="connsiteY15" fmla="*/ 79120 h 336550"/>
                <a:gd name="connsiteX16" fmla="*/ 61824 w 281869"/>
                <a:gd name="connsiteY16" fmla="*/ 85782 h 336550"/>
                <a:gd name="connsiteX17" fmla="*/ 61824 w 281869"/>
                <a:gd name="connsiteY17" fmla="*/ 92444 h 336550"/>
                <a:gd name="connsiteX18" fmla="*/ 67116 w 281869"/>
                <a:gd name="connsiteY18" fmla="*/ 96441 h 336550"/>
                <a:gd name="connsiteX19" fmla="*/ 60501 w 281869"/>
                <a:gd name="connsiteY19" fmla="*/ 133748 h 336550"/>
                <a:gd name="connsiteX20" fmla="*/ 60501 w 281869"/>
                <a:gd name="connsiteY20" fmla="*/ 137745 h 336550"/>
                <a:gd name="connsiteX21" fmla="*/ 68439 w 281869"/>
                <a:gd name="connsiteY21" fmla="*/ 149736 h 336550"/>
                <a:gd name="connsiteX22" fmla="*/ 75053 w 281869"/>
                <a:gd name="connsiteY22" fmla="*/ 149736 h 336550"/>
                <a:gd name="connsiteX23" fmla="*/ 82991 w 281869"/>
                <a:gd name="connsiteY23" fmla="*/ 137745 h 336550"/>
                <a:gd name="connsiteX24" fmla="*/ 82991 w 281869"/>
                <a:gd name="connsiteY24" fmla="*/ 133748 h 336550"/>
                <a:gd name="connsiteX25" fmla="*/ 76376 w 281869"/>
                <a:gd name="connsiteY25" fmla="*/ 96441 h 336550"/>
                <a:gd name="connsiteX26" fmla="*/ 80345 w 281869"/>
                <a:gd name="connsiteY26" fmla="*/ 92444 h 336550"/>
                <a:gd name="connsiteX27" fmla="*/ 80345 w 281869"/>
                <a:gd name="connsiteY27" fmla="*/ 85782 h 336550"/>
                <a:gd name="connsiteX28" fmla="*/ 75053 w 281869"/>
                <a:gd name="connsiteY28" fmla="*/ 79120 h 336550"/>
                <a:gd name="connsiteX29" fmla="*/ 68439 w 281869"/>
                <a:gd name="connsiteY29" fmla="*/ 79120 h 336550"/>
                <a:gd name="connsiteX30" fmla="*/ 21218 w 281869"/>
                <a:gd name="connsiteY30" fmla="*/ 69850 h 336550"/>
                <a:gd name="connsiteX31" fmla="*/ 121201 w 281869"/>
                <a:gd name="connsiteY31" fmla="*/ 69850 h 336550"/>
                <a:gd name="connsiteX32" fmla="*/ 135672 w 281869"/>
                <a:gd name="connsiteY32" fmla="*/ 83053 h 336550"/>
                <a:gd name="connsiteX33" fmla="*/ 140934 w 281869"/>
                <a:gd name="connsiteY33" fmla="*/ 113420 h 336550"/>
                <a:gd name="connsiteX34" fmla="*/ 146197 w 281869"/>
                <a:gd name="connsiteY34" fmla="*/ 83053 h 336550"/>
                <a:gd name="connsiteX35" fmla="*/ 160668 w 281869"/>
                <a:gd name="connsiteY35" fmla="*/ 69850 h 336550"/>
                <a:gd name="connsiteX36" fmla="*/ 260651 w 281869"/>
                <a:gd name="connsiteY36" fmla="*/ 69850 h 336550"/>
                <a:gd name="connsiteX37" fmla="*/ 275123 w 281869"/>
                <a:gd name="connsiteY37" fmla="*/ 83053 h 336550"/>
                <a:gd name="connsiteX38" fmla="*/ 281700 w 281869"/>
                <a:gd name="connsiteY38" fmla="*/ 196599 h 336550"/>
                <a:gd name="connsiteX39" fmla="*/ 269860 w 281869"/>
                <a:gd name="connsiteY39" fmla="*/ 211122 h 336550"/>
                <a:gd name="connsiteX40" fmla="*/ 254073 w 281869"/>
                <a:gd name="connsiteY40" fmla="*/ 199239 h 336550"/>
                <a:gd name="connsiteX41" fmla="*/ 250127 w 281869"/>
                <a:gd name="connsiteY41" fmla="*/ 125303 h 336550"/>
                <a:gd name="connsiteX42" fmla="*/ 248811 w 281869"/>
                <a:gd name="connsiteY42" fmla="*/ 319386 h 336550"/>
                <a:gd name="connsiteX43" fmla="*/ 231709 w 281869"/>
                <a:gd name="connsiteY43" fmla="*/ 336550 h 336550"/>
                <a:gd name="connsiteX44" fmla="*/ 215922 w 281869"/>
                <a:gd name="connsiteY44" fmla="*/ 319386 h 336550"/>
                <a:gd name="connsiteX45" fmla="*/ 215922 w 281869"/>
                <a:gd name="connsiteY45" fmla="*/ 213762 h 336550"/>
                <a:gd name="connsiteX46" fmla="*/ 210660 w 281869"/>
                <a:gd name="connsiteY46" fmla="*/ 208481 h 336550"/>
                <a:gd name="connsiteX47" fmla="*/ 204082 w 281869"/>
                <a:gd name="connsiteY47" fmla="*/ 213762 h 336550"/>
                <a:gd name="connsiteX48" fmla="*/ 204082 w 281869"/>
                <a:gd name="connsiteY48" fmla="*/ 319386 h 336550"/>
                <a:gd name="connsiteX49" fmla="*/ 186979 w 281869"/>
                <a:gd name="connsiteY49" fmla="*/ 336550 h 336550"/>
                <a:gd name="connsiteX50" fmla="*/ 171193 w 281869"/>
                <a:gd name="connsiteY50" fmla="*/ 319386 h 336550"/>
                <a:gd name="connsiteX51" fmla="*/ 171193 w 281869"/>
                <a:gd name="connsiteY51" fmla="*/ 121342 h 336550"/>
                <a:gd name="connsiteX52" fmla="*/ 155406 w 281869"/>
                <a:gd name="connsiteY52" fmla="*/ 199239 h 336550"/>
                <a:gd name="connsiteX53" fmla="*/ 140934 w 281869"/>
                <a:gd name="connsiteY53" fmla="*/ 211122 h 336550"/>
                <a:gd name="connsiteX54" fmla="*/ 126463 w 281869"/>
                <a:gd name="connsiteY54" fmla="*/ 199239 h 336550"/>
                <a:gd name="connsiteX55" fmla="*/ 110676 w 281869"/>
                <a:gd name="connsiteY55" fmla="*/ 125303 h 336550"/>
                <a:gd name="connsiteX56" fmla="*/ 110676 w 281869"/>
                <a:gd name="connsiteY56" fmla="*/ 319386 h 336550"/>
                <a:gd name="connsiteX57" fmla="*/ 93574 w 281869"/>
                <a:gd name="connsiteY57" fmla="*/ 336550 h 336550"/>
                <a:gd name="connsiteX58" fmla="*/ 77787 w 281869"/>
                <a:gd name="connsiteY58" fmla="*/ 319386 h 336550"/>
                <a:gd name="connsiteX59" fmla="*/ 77787 w 281869"/>
                <a:gd name="connsiteY59" fmla="*/ 213762 h 336550"/>
                <a:gd name="connsiteX60" fmla="*/ 71209 w 281869"/>
                <a:gd name="connsiteY60" fmla="*/ 208481 h 336550"/>
                <a:gd name="connsiteX61" fmla="*/ 65947 w 281869"/>
                <a:gd name="connsiteY61" fmla="*/ 213762 h 336550"/>
                <a:gd name="connsiteX62" fmla="*/ 65947 w 281869"/>
                <a:gd name="connsiteY62" fmla="*/ 319386 h 336550"/>
                <a:gd name="connsiteX63" fmla="*/ 48845 w 281869"/>
                <a:gd name="connsiteY63" fmla="*/ 336550 h 336550"/>
                <a:gd name="connsiteX64" fmla="*/ 33058 w 281869"/>
                <a:gd name="connsiteY64" fmla="*/ 319386 h 336550"/>
                <a:gd name="connsiteX65" fmla="*/ 33058 w 281869"/>
                <a:gd name="connsiteY65" fmla="*/ 121342 h 336550"/>
                <a:gd name="connsiteX66" fmla="*/ 27796 w 281869"/>
                <a:gd name="connsiteY66" fmla="*/ 199239 h 336550"/>
                <a:gd name="connsiteX67" fmla="*/ 12009 w 281869"/>
                <a:gd name="connsiteY67" fmla="*/ 211122 h 336550"/>
                <a:gd name="connsiteX68" fmla="*/ 169 w 281869"/>
                <a:gd name="connsiteY68" fmla="*/ 196599 h 336550"/>
                <a:gd name="connsiteX69" fmla="*/ 6746 w 281869"/>
                <a:gd name="connsiteY69" fmla="*/ 83053 h 336550"/>
                <a:gd name="connsiteX70" fmla="*/ 21218 w 281869"/>
                <a:gd name="connsiteY70" fmla="*/ 69850 h 336550"/>
                <a:gd name="connsiteX71" fmla="*/ 210785 w 281869"/>
                <a:gd name="connsiteY71" fmla="*/ 0 h 336550"/>
                <a:gd name="connsiteX72" fmla="*/ 241742 w 281869"/>
                <a:gd name="connsiteY72" fmla="*/ 30163 h 336550"/>
                <a:gd name="connsiteX73" fmla="*/ 210785 w 281869"/>
                <a:gd name="connsiteY73" fmla="*/ 60326 h 336550"/>
                <a:gd name="connsiteX74" fmla="*/ 179828 w 281869"/>
                <a:gd name="connsiteY74" fmla="*/ 30163 h 336550"/>
                <a:gd name="connsiteX75" fmla="*/ 210785 w 281869"/>
                <a:gd name="connsiteY75" fmla="*/ 0 h 336550"/>
                <a:gd name="connsiteX76" fmla="*/ 71085 w 281869"/>
                <a:gd name="connsiteY76" fmla="*/ 0 h 336550"/>
                <a:gd name="connsiteX77" fmla="*/ 102042 w 281869"/>
                <a:gd name="connsiteY77" fmla="*/ 30163 h 336550"/>
                <a:gd name="connsiteX78" fmla="*/ 71085 w 281869"/>
                <a:gd name="connsiteY78" fmla="*/ 60326 h 336550"/>
                <a:gd name="connsiteX79" fmla="*/ 40128 w 281869"/>
                <a:gd name="connsiteY79" fmla="*/ 30163 h 336550"/>
                <a:gd name="connsiteX80" fmla="*/ 71085 w 281869"/>
                <a:gd name="connsiteY80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81869" h="336550">
                  <a:moveTo>
                    <a:pt x="206816" y="79120"/>
                  </a:moveTo>
                  <a:cubicBezTo>
                    <a:pt x="206816" y="79120"/>
                    <a:pt x="206816" y="79120"/>
                    <a:pt x="201524" y="85782"/>
                  </a:cubicBezTo>
                  <a:cubicBezTo>
                    <a:pt x="198878" y="88447"/>
                    <a:pt x="198878" y="89779"/>
                    <a:pt x="201524" y="92444"/>
                  </a:cubicBezTo>
                  <a:cubicBezTo>
                    <a:pt x="201524" y="92444"/>
                    <a:pt x="201524" y="92444"/>
                    <a:pt x="205493" y="96441"/>
                  </a:cubicBezTo>
                  <a:cubicBezTo>
                    <a:pt x="205493" y="96441"/>
                    <a:pt x="205493" y="96441"/>
                    <a:pt x="198878" y="133748"/>
                  </a:cubicBezTo>
                  <a:cubicBezTo>
                    <a:pt x="198878" y="135080"/>
                    <a:pt x="198878" y="136413"/>
                    <a:pt x="198878" y="137745"/>
                  </a:cubicBezTo>
                  <a:cubicBezTo>
                    <a:pt x="198878" y="137745"/>
                    <a:pt x="198878" y="137745"/>
                    <a:pt x="206816" y="149736"/>
                  </a:cubicBezTo>
                  <a:cubicBezTo>
                    <a:pt x="208139" y="152401"/>
                    <a:pt x="212107" y="152401"/>
                    <a:pt x="213430" y="149736"/>
                  </a:cubicBezTo>
                  <a:cubicBezTo>
                    <a:pt x="213430" y="149736"/>
                    <a:pt x="213430" y="149736"/>
                    <a:pt x="221368" y="137745"/>
                  </a:cubicBezTo>
                  <a:cubicBezTo>
                    <a:pt x="222691" y="136413"/>
                    <a:pt x="222691" y="135080"/>
                    <a:pt x="221368" y="133748"/>
                  </a:cubicBezTo>
                  <a:cubicBezTo>
                    <a:pt x="221368" y="133748"/>
                    <a:pt x="221368" y="133748"/>
                    <a:pt x="214753" y="96441"/>
                  </a:cubicBezTo>
                  <a:cubicBezTo>
                    <a:pt x="214753" y="96441"/>
                    <a:pt x="214753" y="96441"/>
                    <a:pt x="220045" y="92444"/>
                  </a:cubicBezTo>
                  <a:cubicBezTo>
                    <a:pt x="221368" y="89779"/>
                    <a:pt x="221368" y="88447"/>
                    <a:pt x="220045" y="85782"/>
                  </a:cubicBezTo>
                  <a:cubicBezTo>
                    <a:pt x="220045" y="85782"/>
                    <a:pt x="220045" y="85782"/>
                    <a:pt x="213430" y="79120"/>
                  </a:cubicBezTo>
                  <a:cubicBezTo>
                    <a:pt x="212107" y="77788"/>
                    <a:pt x="209462" y="77788"/>
                    <a:pt x="206816" y="79120"/>
                  </a:cubicBezTo>
                  <a:close/>
                  <a:moveTo>
                    <a:pt x="68439" y="79120"/>
                  </a:moveTo>
                  <a:cubicBezTo>
                    <a:pt x="68439" y="79120"/>
                    <a:pt x="68439" y="79120"/>
                    <a:pt x="61824" y="85782"/>
                  </a:cubicBezTo>
                  <a:cubicBezTo>
                    <a:pt x="60501" y="88447"/>
                    <a:pt x="60501" y="89779"/>
                    <a:pt x="61824" y="92444"/>
                  </a:cubicBezTo>
                  <a:cubicBezTo>
                    <a:pt x="61824" y="92444"/>
                    <a:pt x="61824" y="92444"/>
                    <a:pt x="67116" y="96441"/>
                  </a:cubicBezTo>
                  <a:cubicBezTo>
                    <a:pt x="67116" y="96441"/>
                    <a:pt x="67116" y="96441"/>
                    <a:pt x="60501" y="133748"/>
                  </a:cubicBezTo>
                  <a:cubicBezTo>
                    <a:pt x="59178" y="135080"/>
                    <a:pt x="59178" y="136413"/>
                    <a:pt x="60501" y="137745"/>
                  </a:cubicBezTo>
                  <a:cubicBezTo>
                    <a:pt x="60501" y="137745"/>
                    <a:pt x="60501" y="137745"/>
                    <a:pt x="68439" y="149736"/>
                  </a:cubicBezTo>
                  <a:cubicBezTo>
                    <a:pt x="69762" y="152401"/>
                    <a:pt x="73730" y="152401"/>
                    <a:pt x="75053" y="149736"/>
                  </a:cubicBezTo>
                  <a:cubicBezTo>
                    <a:pt x="75053" y="149736"/>
                    <a:pt x="75053" y="149736"/>
                    <a:pt x="82991" y="137745"/>
                  </a:cubicBezTo>
                  <a:cubicBezTo>
                    <a:pt x="82991" y="136413"/>
                    <a:pt x="82991" y="135080"/>
                    <a:pt x="82991" y="133748"/>
                  </a:cubicBezTo>
                  <a:cubicBezTo>
                    <a:pt x="82991" y="133748"/>
                    <a:pt x="82991" y="133748"/>
                    <a:pt x="76376" y="96441"/>
                  </a:cubicBezTo>
                  <a:cubicBezTo>
                    <a:pt x="76376" y="96441"/>
                    <a:pt x="76376" y="96441"/>
                    <a:pt x="80345" y="92444"/>
                  </a:cubicBezTo>
                  <a:cubicBezTo>
                    <a:pt x="82991" y="89779"/>
                    <a:pt x="82991" y="88447"/>
                    <a:pt x="80345" y="85782"/>
                  </a:cubicBezTo>
                  <a:cubicBezTo>
                    <a:pt x="80345" y="85782"/>
                    <a:pt x="80345" y="85782"/>
                    <a:pt x="75053" y="79120"/>
                  </a:cubicBezTo>
                  <a:cubicBezTo>
                    <a:pt x="72407" y="77788"/>
                    <a:pt x="69762" y="77788"/>
                    <a:pt x="68439" y="79120"/>
                  </a:cubicBezTo>
                  <a:close/>
                  <a:moveTo>
                    <a:pt x="21218" y="69850"/>
                  </a:moveTo>
                  <a:cubicBezTo>
                    <a:pt x="21218" y="69850"/>
                    <a:pt x="21218" y="69850"/>
                    <a:pt x="121201" y="69850"/>
                  </a:cubicBezTo>
                  <a:cubicBezTo>
                    <a:pt x="129094" y="69850"/>
                    <a:pt x="135672" y="76451"/>
                    <a:pt x="135672" y="83053"/>
                  </a:cubicBezTo>
                  <a:cubicBezTo>
                    <a:pt x="135672" y="83053"/>
                    <a:pt x="135672" y="83053"/>
                    <a:pt x="140934" y="113420"/>
                  </a:cubicBezTo>
                  <a:cubicBezTo>
                    <a:pt x="140934" y="113420"/>
                    <a:pt x="140934" y="113420"/>
                    <a:pt x="146197" y="83053"/>
                  </a:cubicBezTo>
                  <a:cubicBezTo>
                    <a:pt x="146197" y="76451"/>
                    <a:pt x="152775" y="69850"/>
                    <a:pt x="160668" y="69850"/>
                  </a:cubicBezTo>
                  <a:cubicBezTo>
                    <a:pt x="160668" y="69850"/>
                    <a:pt x="160668" y="69850"/>
                    <a:pt x="260651" y="69850"/>
                  </a:cubicBezTo>
                  <a:cubicBezTo>
                    <a:pt x="267229" y="69850"/>
                    <a:pt x="273807" y="76451"/>
                    <a:pt x="275123" y="83053"/>
                  </a:cubicBezTo>
                  <a:cubicBezTo>
                    <a:pt x="275123" y="83053"/>
                    <a:pt x="275123" y="83053"/>
                    <a:pt x="281700" y="196599"/>
                  </a:cubicBezTo>
                  <a:cubicBezTo>
                    <a:pt x="283016" y="204520"/>
                    <a:pt x="276438" y="211122"/>
                    <a:pt x="269860" y="211122"/>
                  </a:cubicBezTo>
                  <a:cubicBezTo>
                    <a:pt x="261967" y="212442"/>
                    <a:pt x="255389" y="205841"/>
                    <a:pt x="254073" y="199239"/>
                  </a:cubicBezTo>
                  <a:cubicBezTo>
                    <a:pt x="254073" y="199239"/>
                    <a:pt x="254073" y="199239"/>
                    <a:pt x="250127" y="125303"/>
                  </a:cubicBezTo>
                  <a:cubicBezTo>
                    <a:pt x="250127" y="125303"/>
                    <a:pt x="250127" y="125303"/>
                    <a:pt x="248811" y="319386"/>
                  </a:cubicBezTo>
                  <a:cubicBezTo>
                    <a:pt x="248811" y="329949"/>
                    <a:pt x="240918" y="336550"/>
                    <a:pt x="231709" y="336550"/>
                  </a:cubicBezTo>
                  <a:cubicBezTo>
                    <a:pt x="222500" y="336550"/>
                    <a:pt x="215922" y="328628"/>
                    <a:pt x="215922" y="319386"/>
                  </a:cubicBezTo>
                  <a:cubicBezTo>
                    <a:pt x="215922" y="319386"/>
                    <a:pt x="215922" y="319386"/>
                    <a:pt x="215922" y="213762"/>
                  </a:cubicBezTo>
                  <a:cubicBezTo>
                    <a:pt x="215922" y="211122"/>
                    <a:pt x="213291" y="208481"/>
                    <a:pt x="210660" y="208481"/>
                  </a:cubicBezTo>
                  <a:cubicBezTo>
                    <a:pt x="206713" y="208481"/>
                    <a:pt x="204082" y="211122"/>
                    <a:pt x="204082" y="213762"/>
                  </a:cubicBezTo>
                  <a:cubicBezTo>
                    <a:pt x="204082" y="213762"/>
                    <a:pt x="204082" y="213762"/>
                    <a:pt x="204082" y="319386"/>
                  </a:cubicBezTo>
                  <a:cubicBezTo>
                    <a:pt x="204082" y="329949"/>
                    <a:pt x="196188" y="336550"/>
                    <a:pt x="186979" y="336550"/>
                  </a:cubicBezTo>
                  <a:cubicBezTo>
                    <a:pt x="177770" y="336550"/>
                    <a:pt x="171193" y="328628"/>
                    <a:pt x="171193" y="319386"/>
                  </a:cubicBezTo>
                  <a:cubicBezTo>
                    <a:pt x="171193" y="319386"/>
                    <a:pt x="171193" y="319386"/>
                    <a:pt x="171193" y="121342"/>
                  </a:cubicBezTo>
                  <a:cubicBezTo>
                    <a:pt x="171193" y="121342"/>
                    <a:pt x="171193" y="121342"/>
                    <a:pt x="155406" y="199239"/>
                  </a:cubicBezTo>
                  <a:cubicBezTo>
                    <a:pt x="154090" y="205841"/>
                    <a:pt x="148828" y="212442"/>
                    <a:pt x="140934" y="211122"/>
                  </a:cubicBezTo>
                  <a:cubicBezTo>
                    <a:pt x="133041" y="212442"/>
                    <a:pt x="127779" y="205841"/>
                    <a:pt x="126463" y="199239"/>
                  </a:cubicBezTo>
                  <a:cubicBezTo>
                    <a:pt x="126463" y="199239"/>
                    <a:pt x="126463" y="199239"/>
                    <a:pt x="110676" y="125303"/>
                  </a:cubicBezTo>
                  <a:cubicBezTo>
                    <a:pt x="110676" y="125303"/>
                    <a:pt x="110676" y="125303"/>
                    <a:pt x="110676" y="319386"/>
                  </a:cubicBezTo>
                  <a:cubicBezTo>
                    <a:pt x="110676" y="329949"/>
                    <a:pt x="102783" y="336550"/>
                    <a:pt x="93574" y="336550"/>
                  </a:cubicBezTo>
                  <a:cubicBezTo>
                    <a:pt x="84365" y="336550"/>
                    <a:pt x="77787" y="328628"/>
                    <a:pt x="77787" y="319386"/>
                  </a:cubicBezTo>
                  <a:cubicBezTo>
                    <a:pt x="77787" y="319386"/>
                    <a:pt x="77787" y="319386"/>
                    <a:pt x="77787" y="213762"/>
                  </a:cubicBezTo>
                  <a:cubicBezTo>
                    <a:pt x="77787" y="211122"/>
                    <a:pt x="75156" y="208481"/>
                    <a:pt x="71209" y="208481"/>
                  </a:cubicBezTo>
                  <a:cubicBezTo>
                    <a:pt x="68578" y="208481"/>
                    <a:pt x="65947" y="211122"/>
                    <a:pt x="65947" y="213762"/>
                  </a:cubicBezTo>
                  <a:cubicBezTo>
                    <a:pt x="65947" y="213762"/>
                    <a:pt x="65947" y="213762"/>
                    <a:pt x="65947" y="319386"/>
                  </a:cubicBezTo>
                  <a:cubicBezTo>
                    <a:pt x="65947" y="329949"/>
                    <a:pt x="58054" y="336550"/>
                    <a:pt x="48845" y="336550"/>
                  </a:cubicBezTo>
                  <a:cubicBezTo>
                    <a:pt x="39636" y="336550"/>
                    <a:pt x="33058" y="328628"/>
                    <a:pt x="33058" y="319386"/>
                  </a:cubicBezTo>
                  <a:cubicBezTo>
                    <a:pt x="33058" y="319386"/>
                    <a:pt x="33058" y="319386"/>
                    <a:pt x="33058" y="121342"/>
                  </a:cubicBezTo>
                  <a:cubicBezTo>
                    <a:pt x="33058" y="121342"/>
                    <a:pt x="33058" y="121342"/>
                    <a:pt x="27796" y="199239"/>
                  </a:cubicBezTo>
                  <a:cubicBezTo>
                    <a:pt x="26480" y="205841"/>
                    <a:pt x="19902" y="212442"/>
                    <a:pt x="12009" y="211122"/>
                  </a:cubicBezTo>
                  <a:cubicBezTo>
                    <a:pt x="5431" y="211122"/>
                    <a:pt x="-1147" y="204520"/>
                    <a:pt x="169" y="196599"/>
                  </a:cubicBezTo>
                  <a:cubicBezTo>
                    <a:pt x="169" y="196599"/>
                    <a:pt x="169" y="196599"/>
                    <a:pt x="6746" y="83053"/>
                  </a:cubicBezTo>
                  <a:cubicBezTo>
                    <a:pt x="8062" y="76451"/>
                    <a:pt x="14640" y="69850"/>
                    <a:pt x="21218" y="69850"/>
                  </a:cubicBezTo>
                  <a:close/>
                  <a:moveTo>
                    <a:pt x="210785" y="0"/>
                  </a:moveTo>
                  <a:cubicBezTo>
                    <a:pt x="227882" y="0"/>
                    <a:pt x="241742" y="13504"/>
                    <a:pt x="241742" y="30163"/>
                  </a:cubicBezTo>
                  <a:cubicBezTo>
                    <a:pt x="241742" y="46822"/>
                    <a:pt x="227882" y="60326"/>
                    <a:pt x="210785" y="60326"/>
                  </a:cubicBezTo>
                  <a:cubicBezTo>
                    <a:pt x="193688" y="60326"/>
                    <a:pt x="179828" y="46822"/>
                    <a:pt x="179828" y="30163"/>
                  </a:cubicBezTo>
                  <a:cubicBezTo>
                    <a:pt x="179828" y="13504"/>
                    <a:pt x="193688" y="0"/>
                    <a:pt x="210785" y="0"/>
                  </a:cubicBezTo>
                  <a:close/>
                  <a:moveTo>
                    <a:pt x="71085" y="0"/>
                  </a:moveTo>
                  <a:cubicBezTo>
                    <a:pt x="88182" y="0"/>
                    <a:pt x="102042" y="13504"/>
                    <a:pt x="102042" y="30163"/>
                  </a:cubicBezTo>
                  <a:cubicBezTo>
                    <a:pt x="102042" y="46822"/>
                    <a:pt x="88182" y="60326"/>
                    <a:pt x="71085" y="60326"/>
                  </a:cubicBezTo>
                  <a:cubicBezTo>
                    <a:pt x="53988" y="60326"/>
                    <a:pt x="40128" y="46822"/>
                    <a:pt x="40128" y="30163"/>
                  </a:cubicBezTo>
                  <a:cubicBezTo>
                    <a:pt x="40128" y="13504"/>
                    <a:pt x="53988" y="0"/>
                    <a:pt x="7108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25"/>
            </p:custDataLst>
          </p:nvPr>
        </p:nvGrpSpPr>
        <p:grpSpPr>
          <a:xfrm>
            <a:off x="8990512" y="2662365"/>
            <a:ext cx="2303916" cy="1349828"/>
            <a:chOff x="9013372" y="1712685"/>
            <a:chExt cx="2303916" cy="1349828"/>
          </a:xfrm>
        </p:grpSpPr>
        <p:sp>
          <p:nvSpPr>
            <p:cNvPr id="31" name="矩形 30"/>
            <p:cNvSpPr/>
            <p:nvPr>
              <p:custDataLst>
                <p:tags r:id="rId26"/>
              </p:custDataLst>
            </p:nvPr>
          </p:nvSpPr>
          <p:spPr>
            <a:xfrm>
              <a:off x="9013372" y="1712685"/>
              <a:ext cx="2303916" cy="1349828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27"/>
              </p:custDataLst>
            </p:nvPr>
          </p:nvSpPr>
          <p:spPr>
            <a:xfrm>
              <a:off x="9047699" y="2430982"/>
              <a:ext cx="2241974" cy="42354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现场设备</a:t>
              </a:r>
              <a:r>
                <a:rPr lang="zh-CN" altLang="en-US" b="1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层</a:t>
              </a:r>
              <a:endParaRPr lang="zh-CN" altLang="en-US" b="1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28"/>
              </p:custDataLst>
            </p:nvPr>
          </p:nvSpPr>
          <p:spPr>
            <a:xfrm>
              <a:off x="10023289" y="1986354"/>
              <a:ext cx="406382" cy="301447"/>
            </a:xfrm>
            <a:custGeom>
              <a:avLst/>
              <a:gdLst>
                <a:gd name="connsiteX0" fmla="*/ 9246 w 338138"/>
                <a:gd name="connsiteY0" fmla="*/ 217487 h 250825"/>
                <a:gd name="connsiteX1" fmla="*/ 328892 w 338138"/>
                <a:gd name="connsiteY1" fmla="*/ 217487 h 250825"/>
                <a:gd name="connsiteX2" fmla="*/ 338138 w 338138"/>
                <a:gd name="connsiteY2" fmla="*/ 226822 h 250825"/>
                <a:gd name="connsiteX3" fmla="*/ 314363 w 338138"/>
                <a:gd name="connsiteY3" fmla="*/ 250825 h 250825"/>
                <a:gd name="connsiteX4" fmla="*/ 23775 w 338138"/>
                <a:gd name="connsiteY4" fmla="*/ 250825 h 250825"/>
                <a:gd name="connsiteX5" fmla="*/ 0 w 338138"/>
                <a:gd name="connsiteY5" fmla="*/ 226822 h 250825"/>
                <a:gd name="connsiteX6" fmla="*/ 9246 w 338138"/>
                <a:gd name="connsiteY6" fmla="*/ 217487 h 250825"/>
                <a:gd name="connsiteX7" fmla="*/ 100182 w 338138"/>
                <a:gd name="connsiteY7" fmla="*/ 100012 h 250825"/>
                <a:gd name="connsiteX8" fmla="*/ 123655 w 338138"/>
                <a:gd name="connsiteY8" fmla="*/ 100012 h 250825"/>
                <a:gd name="connsiteX9" fmla="*/ 130175 w 338138"/>
                <a:gd name="connsiteY9" fmla="*/ 106705 h 250825"/>
                <a:gd name="connsiteX10" fmla="*/ 130175 w 338138"/>
                <a:gd name="connsiteY10" fmla="*/ 161583 h 250825"/>
                <a:gd name="connsiteX11" fmla="*/ 123655 w 338138"/>
                <a:gd name="connsiteY11" fmla="*/ 168275 h 250825"/>
                <a:gd name="connsiteX12" fmla="*/ 100182 w 338138"/>
                <a:gd name="connsiteY12" fmla="*/ 168275 h 250825"/>
                <a:gd name="connsiteX13" fmla="*/ 93662 w 338138"/>
                <a:gd name="connsiteY13" fmla="*/ 161583 h 250825"/>
                <a:gd name="connsiteX14" fmla="*/ 93662 w 338138"/>
                <a:gd name="connsiteY14" fmla="*/ 106705 h 250825"/>
                <a:gd name="connsiteX15" fmla="*/ 100182 w 338138"/>
                <a:gd name="connsiteY15" fmla="*/ 100012 h 250825"/>
                <a:gd name="connsiteX16" fmla="*/ 157332 w 338138"/>
                <a:gd name="connsiteY16" fmla="*/ 77787 h 250825"/>
                <a:gd name="connsiteX17" fmla="*/ 180805 w 338138"/>
                <a:gd name="connsiteY17" fmla="*/ 77787 h 250825"/>
                <a:gd name="connsiteX18" fmla="*/ 187325 w 338138"/>
                <a:gd name="connsiteY18" fmla="*/ 84441 h 250825"/>
                <a:gd name="connsiteX19" fmla="*/ 187325 w 338138"/>
                <a:gd name="connsiteY19" fmla="*/ 161622 h 250825"/>
                <a:gd name="connsiteX20" fmla="*/ 180805 w 338138"/>
                <a:gd name="connsiteY20" fmla="*/ 168275 h 250825"/>
                <a:gd name="connsiteX21" fmla="*/ 157332 w 338138"/>
                <a:gd name="connsiteY21" fmla="*/ 168275 h 250825"/>
                <a:gd name="connsiteX22" fmla="*/ 150812 w 338138"/>
                <a:gd name="connsiteY22" fmla="*/ 161622 h 250825"/>
                <a:gd name="connsiteX23" fmla="*/ 150812 w 338138"/>
                <a:gd name="connsiteY23" fmla="*/ 84441 h 250825"/>
                <a:gd name="connsiteX24" fmla="*/ 157332 w 338138"/>
                <a:gd name="connsiteY24" fmla="*/ 77787 h 250825"/>
                <a:gd name="connsiteX25" fmla="*/ 216070 w 338138"/>
                <a:gd name="connsiteY25" fmla="*/ 49212 h 250825"/>
                <a:gd name="connsiteX26" fmla="*/ 239543 w 338138"/>
                <a:gd name="connsiteY26" fmla="*/ 49212 h 250825"/>
                <a:gd name="connsiteX27" fmla="*/ 246063 w 338138"/>
                <a:gd name="connsiteY27" fmla="*/ 55827 h 250825"/>
                <a:gd name="connsiteX28" fmla="*/ 246063 w 338138"/>
                <a:gd name="connsiteY28" fmla="*/ 161661 h 250825"/>
                <a:gd name="connsiteX29" fmla="*/ 239543 w 338138"/>
                <a:gd name="connsiteY29" fmla="*/ 168275 h 250825"/>
                <a:gd name="connsiteX30" fmla="*/ 216070 w 338138"/>
                <a:gd name="connsiteY30" fmla="*/ 168275 h 250825"/>
                <a:gd name="connsiteX31" fmla="*/ 209550 w 338138"/>
                <a:gd name="connsiteY31" fmla="*/ 161661 h 250825"/>
                <a:gd name="connsiteX32" fmla="*/ 209550 w 338138"/>
                <a:gd name="connsiteY32" fmla="*/ 55827 h 250825"/>
                <a:gd name="connsiteX33" fmla="*/ 216070 w 338138"/>
                <a:gd name="connsiteY33" fmla="*/ 49212 h 250825"/>
                <a:gd name="connsiteX34" fmla="*/ 53428 w 338138"/>
                <a:gd name="connsiteY34" fmla="*/ 22225 h 250825"/>
                <a:gd name="connsiteX35" fmla="*/ 50800 w 338138"/>
                <a:gd name="connsiteY35" fmla="*/ 24858 h 250825"/>
                <a:gd name="connsiteX36" fmla="*/ 50800 w 338138"/>
                <a:gd name="connsiteY36" fmla="*/ 182834 h 250825"/>
                <a:gd name="connsiteX37" fmla="*/ 53428 w 338138"/>
                <a:gd name="connsiteY37" fmla="*/ 184150 h 250825"/>
                <a:gd name="connsiteX38" fmla="*/ 284710 w 338138"/>
                <a:gd name="connsiteY38" fmla="*/ 184150 h 250825"/>
                <a:gd name="connsiteX39" fmla="*/ 287338 w 338138"/>
                <a:gd name="connsiteY39" fmla="*/ 182834 h 250825"/>
                <a:gd name="connsiteX40" fmla="*/ 287338 w 338138"/>
                <a:gd name="connsiteY40" fmla="*/ 24858 h 250825"/>
                <a:gd name="connsiteX41" fmla="*/ 284710 w 338138"/>
                <a:gd name="connsiteY41" fmla="*/ 22225 h 250825"/>
                <a:gd name="connsiteX42" fmla="*/ 53428 w 338138"/>
                <a:gd name="connsiteY42" fmla="*/ 22225 h 250825"/>
                <a:gd name="connsiteX43" fmla="*/ 53663 w 338138"/>
                <a:gd name="connsiteY43" fmla="*/ 0 h 250825"/>
                <a:gd name="connsiteX44" fmla="*/ 286062 w 338138"/>
                <a:gd name="connsiteY44" fmla="*/ 0 h 250825"/>
                <a:gd name="connsiteX45" fmla="*/ 311150 w 338138"/>
                <a:gd name="connsiteY45" fmla="*/ 25008 h 250825"/>
                <a:gd name="connsiteX46" fmla="*/ 311150 w 338138"/>
                <a:gd name="connsiteY46" fmla="*/ 182955 h 250825"/>
                <a:gd name="connsiteX47" fmla="*/ 286062 w 338138"/>
                <a:gd name="connsiteY47" fmla="*/ 207963 h 250825"/>
                <a:gd name="connsiteX48" fmla="*/ 53663 w 338138"/>
                <a:gd name="connsiteY48" fmla="*/ 207963 h 250825"/>
                <a:gd name="connsiteX49" fmla="*/ 28575 w 338138"/>
                <a:gd name="connsiteY49" fmla="*/ 182955 h 250825"/>
                <a:gd name="connsiteX50" fmla="*/ 28575 w 338138"/>
                <a:gd name="connsiteY50" fmla="*/ 25008 h 250825"/>
                <a:gd name="connsiteX51" fmla="*/ 53663 w 338138"/>
                <a:gd name="connsiteY51" fmla="*/ 0 h 25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250825">
                  <a:moveTo>
                    <a:pt x="9246" y="217487"/>
                  </a:moveTo>
                  <a:cubicBezTo>
                    <a:pt x="9246" y="217487"/>
                    <a:pt x="9246" y="217487"/>
                    <a:pt x="328892" y="217487"/>
                  </a:cubicBezTo>
                  <a:cubicBezTo>
                    <a:pt x="334176" y="217487"/>
                    <a:pt x="338138" y="221488"/>
                    <a:pt x="338138" y="226822"/>
                  </a:cubicBezTo>
                  <a:cubicBezTo>
                    <a:pt x="338138" y="240157"/>
                    <a:pt x="327571" y="250825"/>
                    <a:pt x="314363" y="250825"/>
                  </a:cubicBezTo>
                  <a:cubicBezTo>
                    <a:pt x="314363" y="250825"/>
                    <a:pt x="314363" y="250825"/>
                    <a:pt x="23775" y="250825"/>
                  </a:cubicBezTo>
                  <a:cubicBezTo>
                    <a:pt x="10567" y="250825"/>
                    <a:pt x="0" y="240157"/>
                    <a:pt x="0" y="226822"/>
                  </a:cubicBezTo>
                  <a:cubicBezTo>
                    <a:pt x="0" y="221488"/>
                    <a:pt x="3962" y="217487"/>
                    <a:pt x="9246" y="217487"/>
                  </a:cubicBezTo>
                  <a:close/>
                  <a:moveTo>
                    <a:pt x="100182" y="100012"/>
                  </a:moveTo>
                  <a:cubicBezTo>
                    <a:pt x="100182" y="100012"/>
                    <a:pt x="100182" y="100012"/>
                    <a:pt x="123655" y="100012"/>
                  </a:cubicBezTo>
                  <a:cubicBezTo>
                    <a:pt x="127567" y="100012"/>
                    <a:pt x="130175" y="102689"/>
                    <a:pt x="130175" y="106705"/>
                  </a:cubicBezTo>
                  <a:cubicBezTo>
                    <a:pt x="130175" y="106705"/>
                    <a:pt x="130175" y="106705"/>
                    <a:pt x="130175" y="161583"/>
                  </a:cubicBezTo>
                  <a:cubicBezTo>
                    <a:pt x="130175" y="165598"/>
                    <a:pt x="127567" y="168275"/>
                    <a:pt x="123655" y="168275"/>
                  </a:cubicBezTo>
                  <a:cubicBezTo>
                    <a:pt x="123655" y="168275"/>
                    <a:pt x="123655" y="168275"/>
                    <a:pt x="100182" y="168275"/>
                  </a:cubicBezTo>
                  <a:cubicBezTo>
                    <a:pt x="96270" y="168275"/>
                    <a:pt x="93662" y="165598"/>
                    <a:pt x="93662" y="161583"/>
                  </a:cubicBezTo>
                  <a:cubicBezTo>
                    <a:pt x="93662" y="161583"/>
                    <a:pt x="93662" y="161583"/>
                    <a:pt x="93662" y="106705"/>
                  </a:cubicBezTo>
                  <a:cubicBezTo>
                    <a:pt x="93662" y="102689"/>
                    <a:pt x="96270" y="100012"/>
                    <a:pt x="100182" y="100012"/>
                  </a:cubicBezTo>
                  <a:close/>
                  <a:moveTo>
                    <a:pt x="157332" y="77787"/>
                  </a:moveTo>
                  <a:cubicBezTo>
                    <a:pt x="157332" y="77787"/>
                    <a:pt x="157332" y="77787"/>
                    <a:pt x="180805" y="77787"/>
                  </a:cubicBezTo>
                  <a:cubicBezTo>
                    <a:pt x="184717" y="77787"/>
                    <a:pt x="187325" y="81779"/>
                    <a:pt x="187325" y="84441"/>
                  </a:cubicBezTo>
                  <a:cubicBezTo>
                    <a:pt x="187325" y="84441"/>
                    <a:pt x="187325" y="84441"/>
                    <a:pt x="187325" y="161622"/>
                  </a:cubicBezTo>
                  <a:cubicBezTo>
                    <a:pt x="187325" y="165614"/>
                    <a:pt x="184717" y="168275"/>
                    <a:pt x="180805" y="168275"/>
                  </a:cubicBezTo>
                  <a:cubicBezTo>
                    <a:pt x="180805" y="168275"/>
                    <a:pt x="180805" y="168275"/>
                    <a:pt x="157332" y="168275"/>
                  </a:cubicBezTo>
                  <a:cubicBezTo>
                    <a:pt x="153420" y="168275"/>
                    <a:pt x="150812" y="165614"/>
                    <a:pt x="150812" y="161622"/>
                  </a:cubicBezTo>
                  <a:cubicBezTo>
                    <a:pt x="150812" y="161622"/>
                    <a:pt x="150812" y="161622"/>
                    <a:pt x="150812" y="84441"/>
                  </a:cubicBezTo>
                  <a:cubicBezTo>
                    <a:pt x="150812" y="81779"/>
                    <a:pt x="153420" y="77787"/>
                    <a:pt x="157332" y="77787"/>
                  </a:cubicBezTo>
                  <a:close/>
                  <a:moveTo>
                    <a:pt x="216070" y="49212"/>
                  </a:moveTo>
                  <a:cubicBezTo>
                    <a:pt x="216070" y="49212"/>
                    <a:pt x="216070" y="49212"/>
                    <a:pt x="239543" y="49212"/>
                  </a:cubicBezTo>
                  <a:cubicBezTo>
                    <a:pt x="243455" y="49212"/>
                    <a:pt x="246063" y="51858"/>
                    <a:pt x="246063" y="55827"/>
                  </a:cubicBezTo>
                  <a:cubicBezTo>
                    <a:pt x="246063" y="55827"/>
                    <a:pt x="246063" y="55827"/>
                    <a:pt x="246063" y="161661"/>
                  </a:cubicBezTo>
                  <a:cubicBezTo>
                    <a:pt x="246063" y="165629"/>
                    <a:pt x="243455" y="168275"/>
                    <a:pt x="239543" y="168275"/>
                  </a:cubicBezTo>
                  <a:cubicBezTo>
                    <a:pt x="239543" y="168275"/>
                    <a:pt x="239543" y="168275"/>
                    <a:pt x="216070" y="168275"/>
                  </a:cubicBezTo>
                  <a:cubicBezTo>
                    <a:pt x="212158" y="168275"/>
                    <a:pt x="209550" y="165629"/>
                    <a:pt x="209550" y="161661"/>
                  </a:cubicBezTo>
                  <a:cubicBezTo>
                    <a:pt x="209550" y="161661"/>
                    <a:pt x="209550" y="161661"/>
                    <a:pt x="209550" y="55827"/>
                  </a:cubicBezTo>
                  <a:cubicBezTo>
                    <a:pt x="209550" y="51858"/>
                    <a:pt x="212158" y="49212"/>
                    <a:pt x="216070" y="49212"/>
                  </a:cubicBezTo>
                  <a:close/>
                  <a:moveTo>
                    <a:pt x="53428" y="22225"/>
                  </a:moveTo>
                  <a:cubicBezTo>
                    <a:pt x="52114" y="22225"/>
                    <a:pt x="50800" y="23541"/>
                    <a:pt x="50800" y="24858"/>
                  </a:cubicBezTo>
                  <a:lnTo>
                    <a:pt x="50800" y="182834"/>
                  </a:lnTo>
                  <a:cubicBezTo>
                    <a:pt x="50800" y="184150"/>
                    <a:pt x="52114" y="184150"/>
                    <a:pt x="53428" y="184150"/>
                  </a:cubicBezTo>
                  <a:cubicBezTo>
                    <a:pt x="53428" y="184150"/>
                    <a:pt x="53428" y="184150"/>
                    <a:pt x="284710" y="184150"/>
                  </a:cubicBezTo>
                  <a:cubicBezTo>
                    <a:pt x="286024" y="184150"/>
                    <a:pt x="287338" y="184150"/>
                    <a:pt x="287338" y="182834"/>
                  </a:cubicBezTo>
                  <a:cubicBezTo>
                    <a:pt x="287338" y="182834"/>
                    <a:pt x="287338" y="182834"/>
                    <a:pt x="287338" y="24858"/>
                  </a:cubicBezTo>
                  <a:cubicBezTo>
                    <a:pt x="287338" y="23541"/>
                    <a:pt x="286024" y="22225"/>
                    <a:pt x="284710" y="22225"/>
                  </a:cubicBezTo>
                  <a:cubicBezTo>
                    <a:pt x="284710" y="22225"/>
                    <a:pt x="284710" y="22225"/>
                    <a:pt x="53428" y="22225"/>
                  </a:cubicBezTo>
                  <a:close/>
                  <a:moveTo>
                    <a:pt x="53663" y="0"/>
                  </a:moveTo>
                  <a:cubicBezTo>
                    <a:pt x="53663" y="0"/>
                    <a:pt x="53663" y="0"/>
                    <a:pt x="286062" y="0"/>
                  </a:cubicBezTo>
                  <a:cubicBezTo>
                    <a:pt x="300587" y="0"/>
                    <a:pt x="311150" y="10530"/>
                    <a:pt x="311150" y="25008"/>
                  </a:cubicBezTo>
                  <a:cubicBezTo>
                    <a:pt x="311150" y="25008"/>
                    <a:pt x="311150" y="25008"/>
                    <a:pt x="311150" y="182955"/>
                  </a:cubicBezTo>
                  <a:cubicBezTo>
                    <a:pt x="311150" y="196117"/>
                    <a:pt x="300587" y="207963"/>
                    <a:pt x="286062" y="207963"/>
                  </a:cubicBezTo>
                  <a:cubicBezTo>
                    <a:pt x="286062" y="207963"/>
                    <a:pt x="286062" y="207963"/>
                    <a:pt x="53663" y="207963"/>
                  </a:cubicBezTo>
                  <a:cubicBezTo>
                    <a:pt x="39138" y="207963"/>
                    <a:pt x="28575" y="196117"/>
                    <a:pt x="28575" y="182955"/>
                  </a:cubicBezTo>
                  <a:cubicBezTo>
                    <a:pt x="28575" y="182955"/>
                    <a:pt x="28575" y="182955"/>
                    <a:pt x="28575" y="25008"/>
                  </a:cubicBezTo>
                  <a:cubicBezTo>
                    <a:pt x="28575" y="10530"/>
                    <a:pt x="39138" y="0"/>
                    <a:pt x="536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4304030" y="1455420"/>
            <a:ext cx="3383915" cy="876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600" b="1"/>
              <a:t>系统整体架构</a:t>
            </a:r>
            <a:endParaRPr lang="zh-CN" altLang="en-US" sz="3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9827" y="37174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一、项目介绍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6" name="1427bb3c-c702-4556-83c9-7375f3216755"/>
          <p:cNvGrpSpPr>
            <a:grpSpLocks noChangeAspect="1"/>
          </p:cNvGrpSpPr>
          <p:nvPr/>
        </p:nvGrpSpPr>
        <p:grpSpPr>
          <a:xfrm>
            <a:off x="1876183" y="2306457"/>
            <a:ext cx="3904467" cy="3703681"/>
            <a:chOff x="4250448" y="2373756"/>
            <a:chExt cx="3904467" cy="3703681"/>
          </a:xfrm>
        </p:grpSpPr>
        <p:grpSp>
          <p:nvGrpSpPr>
            <p:cNvPr id="7" name="Group 41"/>
            <p:cNvGrpSpPr/>
            <p:nvPr/>
          </p:nvGrpSpPr>
          <p:grpSpPr>
            <a:xfrm>
              <a:off x="4250448" y="2373756"/>
              <a:ext cx="3904467" cy="3703681"/>
              <a:chOff x="3882406" y="907348"/>
              <a:chExt cx="4763194" cy="4518250"/>
            </a:xfrm>
          </p:grpSpPr>
          <p:sp>
            <p:nvSpPr>
              <p:cNvPr id="12" name="is1ide-Isosceles Triangle 24"/>
              <p:cNvSpPr/>
              <p:nvPr/>
            </p:nvSpPr>
            <p:spPr>
              <a:xfrm>
                <a:off x="7418780" y="4017012"/>
                <a:ext cx="1226820" cy="1057603"/>
              </a:xfrm>
              <a:prstGeom prst="triangle">
                <a:avLst/>
              </a:prstGeom>
              <a:solidFill>
                <a:srgbClr val="151472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solidFill>
                    <a:srgbClr val="151472"/>
                  </a:solidFill>
                </a:endParaRPr>
              </a:p>
            </p:txBody>
          </p:sp>
          <p:sp>
            <p:nvSpPr>
              <p:cNvPr id="13" name="is1ide-Parallelogram 25"/>
              <p:cNvSpPr/>
              <p:nvPr/>
            </p:nvSpPr>
            <p:spPr>
              <a:xfrm>
                <a:off x="4847030" y="4017011"/>
                <a:ext cx="3185160" cy="1057603"/>
              </a:xfrm>
              <a:prstGeom prst="parallelogram">
                <a:avLst>
                  <a:gd name="adj" fmla="val 57722"/>
                </a:avLst>
              </a:prstGeom>
              <a:solidFill>
                <a:schemeClr val="bg1">
                  <a:lumMod val="95000"/>
                </a:schemeClr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solidFill>
                    <a:srgbClr val="151472"/>
                  </a:solidFill>
                </a:endParaRPr>
              </a:p>
            </p:txBody>
          </p:sp>
          <p:sp>
            <p:nvSpPr>
              <p:cNvPr id="14" name="is1ide-Isosceles Triangle 28"/>
              <p:cNvSpPr/>
              <p:nvPr/>
            </p:nvSpPr>
            <p:spPr>
              <a:xfrm rot="7176267">
                <a:off x="3798188" y="4283776"/>
                <a:ext cx="1226040" cy="1057603"/>
              </a:xfrm>
              <a:prstGeom prst="triangle">
                <a:avLst/>
              </a:prstGeom>
              <a:solidFill>
                <a:srgbClr val="151472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solidFill>
                    <a:srgbClr val="151472"/>
                  </a:solidFill>
                </a:endParaRPr>
              </a:p>
            </p:txBody>
          </p:sp>
          <p:sp>
            <p:nvSpPr>
              <p:cNvPr id="15" name="is1ide-Parallelogram 29"/>
              <p:cNvSpPr/>
              <p:nvPr/>
            </p:nvSpPr>
            <p:spPr>
              <a:xfrm rot="7176267">
                <a:off x="3599284" y="2888630"/>
                <a:ext cx="3209239" cy="1057603"/>
              </a:xfrm>
              <a:prstGeom prst="parallelogram">
                <a:avLst>
                  <a:gd name="adj" fmla="val 57327"/>
                </a:avLst>
              </a:prstGeom>
              <a:solidFill>
                <a:schemeClr val="bg1">
                  <a:lumMod val="95000"/>
                </a:schemeClr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solidFill>
                    <a:srgbClr val="151472"/>
                  </a:solidFill>
                </a:endParaRPr>
              </a:p>
            </p:txBody>
          </p:sp>
          <p:sp>
            <p:nvSpPr>
              <p:cNvPr id="16" name="is1ide-Isosceles Triangle 39"/>
              <p:cNvSpPr/>
              <p:nvPr/>
            </p:nvSpPr>
            <p:spPr>
              <a:xfrm rot="14409079">
                <a:off x="5375029" y="991566"/>
                <a:ext cx="1226040" cy="1057603"/>
              </a:xfrm>
              <a:prstGeom prst="triangle">
                <a:avLst/>
              </a:prstGeom>
              <a:solidFill>
                <a:srgbClr val="151472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solidFill>
                    <a:srgbClr val="151472"/>
                  </a:solidFill>
                </a:endParaRPr>
              </a:p>
            </p:txBody>
          </p:sp>
          <p:sp>
            <p:nvSpPr>
              <p:cNvPr id="17" name="ïşḻïďê-Parallelogram 40"/>
              <p:cNvSpPr/>
              <p:nvPr/>
            </p:nvSpPr>
            <p:spPr>
              <a:xfrm rot="14409079">
                <a:off x="5188621" y="2372001"/>
                <a:ext cx="3183135" cy="1057603"/>
              </a:xfrm>
              <a:prstGeom prst="parallelogram">
                <a:avLst>
                  <a:gd name="adj" fmla="val 57327"/>
                </a:avLst>
              </a:prstGeom>
              <a:solidFill>
                <a:schemeClr val="bg1">
                  <a:lumMod val="95000"/>
                </a:schemeClr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solidFill>
                    <a:srgbClr val="151472"/>
                  </a:solidFill>
                </a:endParaRPr>
              </a:p>
            </p:txBody>
          </p:sp>
        </p:grpSp>
        <p:sp>
          <p:nvSpPr>
            <p:cNvPr id="8" name="ïşḻïďê-Freeform: Shape 17"/>
            <p:cNvSpPr/>
            <p:nvPr/>
          </p:nvSpPr>
          <p:spPr bwMode="auto">
            <a:xfrm>
              <a:off x="7428016" y="5329619"/>
              <a:ext cx="446169" cy="366714"/>
            </a:xfrm>
            <a:custGeom>
              <a:avLst/>
              <a:gdLst>
                <a:gd name="T0" fmla="*/ 285 w 293"/>
                <a:gd name="T1" fmla="*/ 32 h 238"/>
                <a:gd name="T2" fmla="*/ 259 w 293"/>
                <a:gd name="T3" fmla="*/ 38 h 238"/>
                <a:gd name="T4" fmla="*/ 275 w 293"/>
                <a:gd name="T5" fmla="*/ 24 h 238"/>
                <a:gd name="T6" fmla="*/ 285 w 293"/>
                <a:gd name="T7" fmla="*/ 4 h 238"/>
                <a:gd name="T8" fmla="*/ 257 w 293"/>
                <a:gd name="T9" fmla="*/ 16 h 238"/>
                <a:gd name="T10" fmla="*/ 237 w 293"/>
                <a:gd name="T11" fmla="*/ 11 h 238"/>
                <a:gd name="T12" fmla="*/ 216 w 293"/>
                <a:gd name="T13" fmla="*/ 1 h 238"/>
                <a:gd name="T14" fmla="*/ 203 w 293"/>
                <a:gd name="T15" fmla="*/ 0 h 238"/>
                <a:gd name="T16" fmla="*/ 179 w 293"/>
                <a:gd name="T17" fmla="*/ 5 h 238"/>
                <a:gd name="T18" fmla="*/ 154 w 293"/>
                <a:gd name="T19" fmla="*/ 27 h 238"/>
                <a:gd name="T20" fmla="*/ 143 w 293"/>
                <a:gd name="T21" fmla="*/ 54 h 238"/>
                <a:gd name="T22" fmla="*/ 143 w 293"/>
                <a:gd name="T23" fmla="*/ 67 h 238"/>
                <a:gd name="T24" fmla="*/ 126 w 293"/>
                <a:gd name="T25" fmla="*/ 72 h 238"/>
                <a:gd name="T26" fmla="*/ 75 w 293"/>
                <a:gd name="T27" fmla="*/ 55 h 238"/>
                <a:gd name="T28" fmla="*/ 33 w 293"/>
                <a:gd name="T29" fmla="*/ 24 h 238"/>
                <a:gd name="T30" fmla="*/ 17 w 293"/>
                <a:gd name="T31" fmla="*/ 17 h 238"/>
                <a:gd name="T32" fmla="*/ 12 w 293"/>
                <a:gd name="T33" fmla="*/ 41 h 238"/>
                <a:gd name="T34" fmla="*/ 14 w 293"/>
                <a:gd name="T35" fmla="*/ 57 h 238"/>
                <a:gd name="T36" fmla="*/ 23 w 293"/>
                <a:gd name="T37" fmla="*/ 76 h 238"/>
                <a:gd name="T38" fmla="*/ 39 w 293"/>
                <a:gd name="T39" fmla="*/ 91 h 238"/>
                <a:gd name="T40" fmla="*/ 25 w 293"/>
                <a:gd name="T41" fmla="*/ 89 h 238"/>
                <a:gd name="T42" fmla="*/ 12 w 293"/>
                <a:gd name="T43" fmla="*/ 84 h 238"/>
                <a:gd name="T44" fmla="*/ 13 w 293"/>
                <a:gd name="T45" fmla="*/ 95 h 238"/>
                <a:gd name="T46" fmla="*/ 25 w 293"/>
                <a:gd name="T47" fmla="*/ 123 h 238"/>
                <a:gd name="T48" fmla="*/ 50 w 293"/>
                <a:gd name="T49" fmla="*/ 140 h 238"/>
                <a:gd name="T50" fmla="*/ 52 w 293"/>
                <a:gd name="T51" fmla="*/ 145 h 238"/>
                <a:gd name="T52" fmla="*/ 33 w 293"/>
                <a:gd name="T53" fmla="*/ 145 h 238"/>
                <a:gd name="T54" fmla="*/ 41 w 293"/>
                <a:gd name="T55" fmla="*/ 161 h 238"/>
                <a:gd name="T56" fmla="*/ 62 w 293"/>
                <a:gd name="T57" fmla="*/ 179 h 238"/>
                <a:gd name="T58" fmla="*/ 89 w 293"/>
                <a:gd name="T59" fmla="*/ 186 h 238"/>
                <a:gd name="T60" fmla="*/ 73 w 293"/>
                <a:gd name="T61" fmla="*/ 197 h 238"/>
                <a:gd name="T62" fmla="*/ 45 w 293"/>
                <a:gd name="T63" fmla="*/ 208 h 238"/>
                <a:gd name="T64" fmla="*/ 14 w 293"/>
                <a:gd name="T65" fmla="*/ 212 h 238"/>
                <a:gd name="T66" fmla="*/ 0 w 293"/>
                <a:gd name="T67" fmla="*/ 211 h 238"/>
                <a:gd name="T68" fmla="*/ 32 w 293"/>
                <a:gd name="T69" fmla="*/ 227 h 238"/>
                <a:gd name="T70" fmla="*/ 68 w 293"/>
                <a:gd name="T71" fmla="*/ 237 h 238"/>
                <a:gd name="T72" fmla="*/ 93 w 293"/>
                <a:gd name="T73" fmla="*/ 238 h 238"/>
                <a:gd name="T74" fmla="*/ 149 w 293"/>
                <a:gd name="T75" fmla="*/ 229 h 238"/>
                <a:gd name="T76" fmla="*/ 195 w 293"/>
                <a:gd name="T77" fmla="*/ 205 h 238"/>
                <a:gd name="T78" fmla="*/ 229 w 293"/>
                <a:gd name="T79" fmla="*/ 169 h 238"/>
                <a:gd name="T80" fmla="*/ 252 w 293"/>
                <a:gd name="T81" fmla="*/ 127 h 238"/>
                <a:gd name="T82" fmla="*/ 262 w 293"/>
                <a:gd name="T83" fmla="*/ 82 h 238"/>
                <a:gd name="T84" fmla="*/ 263 w 293"/>
                <a:gd name="T85" fmla="*/ 59 h 238"/>
                <a:gd name="T86" fmla="*/ 280 w 293"/>
                <a:gd name="T87" fmla="*/ 45 h 238"/>
                <a:gd name="T88" fmla="*/ 293 w 293"/>
                <a:gd name="T89" fmla="*/ 2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3" h="238">
                  <a:moveTo>
                    <a:pt x="293" y="28"/>
                  </a:moveTo>
                  <a:lnTo>
                    <a:pt x="293" y="28"/>
                  </a:lnTo>
                  <a:lnTo>
                    <a:pt x="285" y="32"/>
                  </a:lnTo>
                  <a:lnTo>
                    <a:pt x="277" y="34"/>
                  </a:lnTo>
                  <a:lnTo>
                    <a:pt x="267" y="36"/>
                  </a:lnTo>
                  <a:lnTo>
                    <a:pt x="259" y="38"/>
                  </a:lnTo>
                  <a:lnTo>
                    <a:pt x="259" y="38"/>
                  </a:lnTo>
                  <a:lnTo>
                    <a:pt x="267" y="31"/>
                  </a:lnTo>
                  <a:lnTo>
                    <a:pt x="275" y="24"/>
                  </a:lnTo>
                  <a:lnTo>
                    <a:pt x="281" y="14"/>
                  </a:lnTo>
                  <a:lnTo>
                    <a:pt x="285" y="4"/>
                  </a:lnTo>
                  <a:lnTo>
                    <a:pt x="285" y="4"/>
                  </a:lnTo>
                  <a:lnTo>
                    <a:pt x="277" y="9"/>
                  </a:lnTo>
                  <a:lnTo>
                    <a:pt x="266" y="13"/>
                  </a:lnTo>
                  <a:lnTo>
                    <a:pt x="257" y="16"/>
                  </a:lnTo>
                  <a:lnTo>
                    <a:pt x="247" y="18"/>
                  </a:lnTo>
                  <a:lnTo>
                    <a:pt x="247" y="18"/>
                  </a:lnTo>
                  <a:lnTo>
                    <a:pt x="237" y="11"/>
                  </a:lnTo>
                  <a:lnTo>
                    <a:pt x="227" y="5"/>
                  </a:lnTo>
                  <a:lnTo>
                    <a:pt x="222" y="3"/>
                  </a:lnTo>
                  <a:lnTo>
                    <a:pt x="216" y="1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1" y="1"/>
                  </a:lnTo>
                  <a:lnTo>
                    <a:pt x="179" y="5"/>
                  </a:lnTo>
                  <a:lnTo>
                    <a:pt x="169" y="10"/>
                  </a:lnTo>
                  <a:lnTo>
                    <a:pt x="161" y="17"/>
                  </a:lnTo>
                  <a:lnTo>
                    <a:pt x="154" y="27"/>
                  </a:lnTo>
                  <a:lnTo>
                    <a:pt x="147" y="37"/>
                  </a:lnTo>
                  <a:lnTo>
                    <a:pt x="144" y="48"/>
                  </a:lnTo>
                  <a:lnTo>
                    <a:pt x="143" y="54"/>
                  </a:lnTo>
                  <a:lnTo>
                    <a:pt x="143" y="60"/>
                  </a:lnTo>
                  <a:lnTo>
                    <a:pt x="143" y="60"/>
                  </a:lnTo>
                  <a:lnTo>
                    <a:pt x="143" y="67"/>
                  </a:lnTo>
                  <a:lnTo>
                    <a:pt x="144" y="74"/>
                  </a:lnTo>
                  <a:lnTo>
                    <a:pt x="144" y="74"/>
                  </a:lnTo>
                  <a:lnTo>
                    <a:pt x="126" y="72"/>
                  </a:lnTo>
                  <a:lnTo>
                    <a:pt x="108" y="68"/>
                  </a:lnTo>
                  <a:lnTo>
                    <a:pt x="92" y="63"/>
                  </a:lnTo>
                  <a:lnTo>
                    <a:pt x="75" y="55"/>
                  </a:lnTo>
                  <a:lnTo>
                    <a:pt x="59" y="46"/>
                  </a:lnTo>
                  <a:lnTo>
                    <a:pt x="45" y="36"/>
                  </a:lnTo>
                  <a:lnTo>
                    <a:pt x="33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7" y="17"/>
                  </a:lnTo>
                  <a:lnTo>
                    <a:pt x="15" y="26"/>
                  </a:lnTo>
                  <a:lnTo>
                    <a:pt x="13" y="33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3" y="48"/>
                  </a:lnTo>
                  <a:lnTo>
                    <a:pt x="14" y="57"/>
                  </a:lnTo>
                  <a:lnTo>
                    <a:pt x="17" y="63"/>
                  </a:lnTo>
                  <a:lnTo>
                    <a:pt x="20" y="70"/>
                  </a:lnTo>
                  <a:lnTo>
                    <a:pt x="23" y="76"/>
                  </a:lnTo>
                  <a:lnTo>
                    <a:pt x="28" y="81"/>
                  </a:lnTo>
                  <a:lnTo>
                    <a:pt x="34" y="87"/>
                  </a:lnTo>
                  <a:lnTo>
                    <a:pt x="39" y="91"/>
                  </a:lnTo>
                  <a:lnTo>
                    <a:pt x="39" y="91"/>
                  </a:lnTo>
                  <a:lnTo>
                    <a:pt x="32" y="91"/>
                  </a:lnTo>
                  <a:lnTo>
                    <a:pt x="25" y="89"/>
                  </a:lnTo>
                  <a:lnTo>
                    <a:pt x="18" y="87"/>
                  </a:lnTo>
                  <a:lnTo>
                    <a:pt x="12" y="84"/>
                  </a:lnTo>
                  <a:lnTo>
                    <a:pt x="12" y="84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3" y="95"/>
                  </a:lnTo>
                  <a:lnTo>
                    <a:pt x="16" y="105"/>
                  </a:lnTo>
                  <a:lnTo>
                    <a:pt x="20" y="115"/>
                  </a:lnTo>
                  <a:lnTo>
                    <a:pt x="25" y="123"/>
                  </a:lnTo>
                  <a:lnTo>
                    <a:pt x="33" y="130"/>
                  </a:lnTo>
                  <a:lnTo>
                    <a:pt x="41" y="136"/>
                  </a:lnTo>
                  <a:lnTo>
                    <a:pt x="50" y="140"/>
                  </a:lnTo>
                  <a:lnTo>
                    <a:pt x="60" y="143"/>
                  </a:lnTo>
                  <a:lnTo>
                    <a:pt x="60" y="143"/>
                  </a:lnTo>
                  <a:lnTo>
                    <a:pt x="52" y="145"/>
                  </a:lnTo>
                  <a:lnTo>
                    <a:pt x="44" y="146"/>
                  </a:lnTo>
                  <a:lnTo>
                    <a:pt x="44" y="146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7" y="153"/>
                  </a:lnTo>
                  <a:lnTo>
                    <a:pt x="41" y="161"/>
                  </a:lnTo>
                  <a:lnTo>
                    <a:pt x="47" y="168"/>
                  </a:lnTo>
                  <a:lnTo>
                    <a:pt x="54" y="175"/>
                  </a:lnTo>
                  <a:lnTo>
                    <a:pt x="62" y="179"/>
                  </a:lnTo>
                  <a:lnTo>
                    <a:pt x="71" y="183"/>
                  </a:lnTo>
                  <a:lnTo>
                    <a:pt x="79" y="185"/>
                  </a:lnTo>
                  <a:lnTo>
                    <a:pt x="89" y="186"/>
                  </a:lnTo>
                  <a:lnTo>
                    <a:pt x="89" y="186"/>
                  </a:lnTo>
                  <a:lnTo>
                    <a:pt x="81" y="192"/>
                  </a:lnTo>
                  <a:lnTo>
                    <a:pt x="73" y="197"/>
                  </a:lnTo>
                  <a:lnTo>
                    <a:pt x="64" y="201"/>
                  </a:lnTo>
                  <a:lnTo>
                    <a:pt x="54" y="206"/>
                  </a:lnTo>
                  <a:lnTo>
                    <a:pt x="45" y="208"/>
                  </a:lnTo>
                  <a:lnTo>
                    <a:pt x="35" y="210"/>
                  </a:lnTo>
                  <a:lnTo>
                    <a:pt x="25" y="212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0" y="211"/>
                  </a:lnTo>
                  <a:lnTo>
                    <a:pt x="0" y="211"/>
                  </a:lnTo>
                  <a:lnTo>
                    <a:pt x="10" y="217"/>
                  </a:lnTo>
                  <a:lnTo>
                    <a:pt x="21" y="222"/>
                  </a:lnTo>
                  <a:lnTo>
                    <a:pt x="32" y="227"/>
                  </a:lnTo>
                  <a:lnTo>
                    <a:pt x="44" y="231"/>
                  </a:lnTo>
                  <a:lnTo>
                    <a:pt x="55" y="235"/>
                  </a:lnTo>
                  <a:lnTo>
                    <a:pt x="68" y="237"/>
                  </a:lnTo>
                  <a:lnTo>
                    <a:pt x="80" y="238"/>
                  </a:lnTo>
                  <a:lnTo>
                    <a:pt x="93" y="238"/>
                  </a:lnTo>
                  <a:lnTo>
                    <a:pt x="93" y="238"/>
                  </a:lnTo>
                  <a:lnTo>
                    <a:pt x="112" y="237"/>
                  </a:lnTo>
                  <a:lnTo>
                    <a:pt x="132" y="233"/>
                  </a:lnTo>
                  <a:lnTo>
                    <a:pt x="149" y="229"/>
                  </a:lnTo>
                  <a:lnTo>
                    <a:pt x="166" y="222"/>
                  </a:lnTo>
                  <a:lnTo>
                    <a:pt x="180" y="215"/>
                  </a:lnTo>
                  <a:lnTo>
                    <a:pt x="195" y="205"/>
                  </a:lnTo>
                  <a:lnTo>
                    <a:pt x="207" y="194"/>
                  </a:lnTo>
                  <a:lnTo>
                    <a:pt x="220" y="183"/>
                  </a:lnTo>
                  <a:lnTo>
                    <a:pt x="229" y="169"/>
                  </a:lnTo>
                  <a:lnTo>
                    <a:pt x="238" y="156"/>
                  </a:lnTo>
                  <a:lnTo>
                    <a:pt x="246" y="141"/>
                  </a:lnTo>
                  <a:lnTo>
                    <a:pt x="252" y="127"/>
                  </a:lnTo>
                  <a:lnTo>
                    <a:pt x="257" y="112"/>
                  </a:lnTo>
                  <a:lnTo>
                    <a:pt x="260" y="97"/>
                  </a:lnTo>
                  <a:lnTo>
                    <a:pt x="262" y="82"/>
                  </a:lnTo>
                  <a:lnTo>
                    <a:pt x="263" y="67"/>
                  </a:lnTo>
                  <a:lnTo>
                    <a:pt x="263" y="67"/>
                  </a:lnTo>
                  <a:lnTo>
                    <a:pt x="263" y="59"/>
                  </a:lnTo>
                  <a:lnTo>
                    <a:pt x="263" y="59"/>
                  </a:lnTo>
                  <a:lnTo>
                    <a:pt x="271" y="52"/>
                  </a:lnTo>
                  <a:lnTo>
                    <a:pt x="280" y="45"/>
                  </a:lnTo>
                  <a:lnTo>
                    <a:pt x="287" y="37"/>
                  </a:lnTo>
                  <a:lnTo>
                    <a:pt x="293" y="28"/>
                  </a:lnTo>
                  <a:lnTo>
                    <a:pt x="293" y="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rgbClr val="151472"/>
                </a:solidFill>
              </a:endParaRPr>
            </a:p>
          </p:txBody>
        </p:sp>
        <p:sp>
          <p:nvSpPr>
            <p:cNvPr id="9" name="ïşḻïďê-Freeform: Shape 18"/>
            <p:cNvSpPr>
              <a:spLocks noChangeAspect="1"/>
            </p:cNvSpPr>
            <p:nvPr/>
          </p:nvSpPr>
          <p:spPr bwMode="auto">
            <a:xfrm>
              <a:off x="5897308" y="2560659"/>
              <a:ext cx="401262" cy="400840"/>
            </a:xfrm>
            <a:custGeom>
              <a:avLst/>
              <a:gdLst>
                <a:gd name="T0" fmla="*/ 374 w 400"/>
                <a:gd name="T1" fmla="*/ 100 h 400"/>
                <a:gd name="T2" fmla="*/ 301 w 400"/>
                <a:gd name="T3" fmla="*/ 27 h 400"/>
                <a:gd name="T4" fmla="*/ 200 w 400"/>
                <a:gd name="T5" fmla="*/ 0 h 400"/>
                <a:gd name="T6" fmla="*/ 100 w 400"/>
                <a:gd name="T7" fmla="*/ 27 h 400"/>
                <a:gd name="T8" fmla="*/ 27 w 400"/>
                <a:gd name="T9" fmla="*/ 100 h 400"/>
                <a:gd name="T10" fmla="*/ 0 w 400"/>
                <a:gd name="T11" fmla="*/ 200 h 400"/>
                <a:gd name="T12" fmla="*/ 27 w 400"/>
                <a:gd name="T13" fmla="*/ 301 h 400"/>
                <a:gd name="T14" fmla="*/ 100 w 400"/>
                <a:gd name="T15" fmla="*/ 374 h 400"/>
                <a:gd name="T16" fmla="*/ 200 w 400"/>
                <a:gd name="T17" fmla="*/ 400 h 400"/>
                <a:gd name="T18" fmla="*/ 301 w 400"/>
                <a:gd name="T19" fmla="*/ 374 h 400"/>
                <a:gd name="T20" fmla="*/ 374 w 400"/>
                <a:gd name="T21" fmla="*/ 301 h 400"/>
                <a:gd name="T22" fmla="*/ 400 w 400"/>
                <a:gd name="T23" fmla="*/ 200 h 400"/>
                <a:gd name="T24" fmla="*/ 374 w 400"/>
                <a:gd name="T25" fmla="*/ 100 h 400"/>
                <a:gd name="T26" fmla="*/ 330 w 400"/>
                <a:gd name="T27" fmla="*/ 170 h 400"/>
                <a:gd name="T28" fmla="*/ 188 w 400"/>
                <a:gd name="T29" fmla="*/ 311 h 400"/>
                <a:gd name="T30" fmla="*/ 176 w 400"/>
                <a:gd name="T31" fmla="*/ 316 h 400"/>
                <a:gd name="T32" fmla="*/ 165 w 400"/>
                <a:gd name="T33" fmla="*/ 311 h 400"/>
                <a:gd name="T34" fmla="*/ 70 w 400"/>
                <a:gd name="T35" fmla="*/ 217 h 400"/>
                <a:gd name="T36" fmla="*/ 66 w 400"/>
                <a:gd name="T37" fmla="*/ 205 h 400"/>
                <a:gd name="T38" fmla="*/ 70 w 400"/>
                <a:gd name="T39" fmla="*/ 193 h 400"/>
                <a:gd name="T40" fmla="*/ 94 w 400"/>
                <a:gd name="T41" fmla="*/ 170 h 400"/>
                <a:gd name="T42" fmla="*/ 106 w 400"/>
                <a:gd name="T43" fmla="*/ 165 h 400"/>
                <a:gd name="T44" fmla="*/ 118 w 400"/>
                <a:gd name="T45" fmla="*/ 170 h 400"/>
                <a:gd name="T46" fmla="*/ 176 w 400"/>
                <a:gd name="T47" fmla="*/ 229 h 400"/>
                <a:gd name="T48" fmla="*/ 283 w 400"/>
                <a:gd name="T49" fmla="*/ 123 h 400"/>
                <a:gd name="T50" fmla="*/ 295 w 400"/>
                <a:gd name="T51" fmla="*/ 118 h 400"/>
                <a:gd name="T52" fmla="*/ 306 w 400"/>
                <a:gd name="T53" fmla="*/ 123 h 400"/>
                <a:gd name="T54" fmla="*/ 330 w 400"/>
                <a:gd name="T55" fmla="*/ 146 h 400"/>
                <a:gd name="T56" fmla="*/ 335 w 400"/>
                <a:gd name="T57" fmla="*/ 158 h 400"/>
                <a:gd name="T58" fmla="*/ 330 w 400"/>
                <a:gd name="T59" fmla="*/ 170 h 400"/>
                <a:gd name="T60" fmla="*/ 330 w 400"/>
                <a:gd name="T61" fmla="*/ 170 h 400"/>
                <a:gd name="T62" fmla="*/ 330 w 400"/>
                <a:gd name="T63" fmla="*/ 17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0" h="400">
                  <a:moveTo>
                    <a:pt x="374" y="100"/>
                  </a:moveTo>
                  <a:cubicBezTo>
                    <a:pt x="356" y="69"/>
                    <a:pt x="331" y="45"/>
                    <a:pt x="301" y="27"/>
                  </a:cubicBezTo>
                  <a:cubicBezTo>
                    <a:pt x="270" y="9"/>
                    <a:pt x="237" y="0"/>
                    <a:pt x="200" y="0"/>
                  </a:cubicBezTo>
                  <a:cubicBezTo>
                    <a:pt x="164" y="0"/>
                    <a:pt x="130" y="9"/>
                    <a:pt x="100" y="27"/>
                  </a:cubicBezTo>
                  <a:cubicBezTo>
                    <a:pt x="69" y="45"/>
                    <a:pt x="45" y="69"/>
                    <a:pt x="27" y="100"/>
                  </a:cubicBezTo>
                  <a:cubicBezTo>
                    <a:pt x="9" y="130"/>
                    <a:pt x="0" y="164"/>
                    <a:pt x="0" y="200"/>
                  </a:cubicBezTo>
                  <a:cubicBezTo>
                    <a:pt x="0" y="237"/>
                    <a:pt x="9" y="270"/>
                    <a:pt x="27" y="301"/>
                  </a:cubicBezTo>
                  <a:cubicBezTo>
                    <a:pt x="45" y="331"/>
                    <a:pt x="69" y="356"/>
                    <a:pt x="100" y="374"/>
                  </a:cubicBezTo>
                  <a:cubicBezTo>
                    <a:pt x="130" y="391"/>
                    <a:pt x="164" y="400"/>
                    <a:pt x="200" y="400"/>
                  </a:cubicBezTo>
                  <a:cubicBezTo>
                    <a:pt x="237" y="400"/>
                    <a:pt x="270" y="391"/>
                    <a:pt x="301" y="374"/>
                  </a:cubicBezTo>
                  <a:cubicBezTo>
                    <a:pt x="331" y="356"/>
                    <a:pt x="356" y="331"/>
                    <a:pt x="374" y="301"/>
                  </a:cubicBezTo>
                  <a:cubicBezTo>
                    <a:pt x="392" y="270"/>
                    <a:pt x="400" y="237"/>
                    <a:pt x="400" y="200"/>
                  </a:cubicBezTo>
                  <a:cubicBezTo>
                    <a:pt x="400" y="164"/>
                    <a:pt x="392" y="130"/>
                    <a:pt x="374" y="100"/>
                  </a:cubicBezTo>
                  <a:close/>
                  <a:moveTo>
                    <a:pt x="330" y="170"/>
                  </a:moveTo>
                  <a:cubicBezTo>
                    <a:pt x="188" y="311"/>
                    <a:pt x="188" y="311"/>
                    <a:pt x="188" y="311"/>
                  </a:cubicBezTo>
                  <a:cubicBezTo>
                    <a:pt x="185" y="315"/>
                    <a:pt x="181" y="316"/>
                    <a:pt x="176" y="316"/>
                  </a:cubicBezTo>
                  <a:cubicBezTo>
                    <a:pt x="172" y="316"/>
                    <a:pt x="168" y="315"/>
                    <a:pt x="165" y="311"/>
                  </a:cubicBezTo>
                  <a:cubicBezTo>
                    <a:pt x="70" y="217"/>
                    <a:pt x="70" y="217"/>
                    <a:pt x="70" y="217"/>
                  </a:cubicBezTo>
                  <a:cubicBezTo>
                    <a:pt x="67" y="214"/>
                    <a:pt x="66" y="210"/>
                    <a:pt x="66" y="205"/>
                  </a:cubicBezTo>
                  <a:cubicBezTo>
                    <a:pt x="66" y="200"/>
                    <a:pt x="67" y="196"/>
                    <a:pt x="70" y="193"/>
                  </a:cubicBezTo>
                  <a:cubicBezTo>
                    <a:pt x="94" y="170"/>
                    <a:pt x="94" y="170"/>
                    <a:pt x="94" y="170"/>
                  </a:cubicBezTo>
                  <a:cubicBezTo>
                    <a:pt x="97" y="166"/>
                    <a:pt x="101" y="165"/>
                    <a:pt x="106" y="165"/>
                  </a:cubicBezTo>
                  <a:cubicBezTo>
                    <a:pt x="110" y="165"/>
                    <a:pt x="114" y="166"/>
                    <a:pt x="118" y="170"/>
                  </a:cubicBezTo>
                  <a:cubicBezTo>
                    <a:pt x="176" y="229"/>
                    <a:pt x="176" y="229"/>
                    <a:pt x="176" y="229"/>
                  </a:cubicBezTo>
                  <a:cubicBezTo>
                    <a:pt x="283" y="123"/>
                    <a:pt x="283" y="123"/>
                    <a:pt x="283" y="123"/>
                  </a:cubicBezTo>
                  <a:cubicBezTo>
                    <a:pt x="286" y="119"/>
                    <a:pt x="290" y="118"/>
                    <a:pt x="295" y="118"/>
                  </a:cubicBezTo>
                  <a:cubicBezTo>
                    <a:pt x="299" y="118"/>
                    <a:pt x="303" y="119"/>
                    <a:pt x="306" y="123"/>
                  </a:cubicBezTo>
                  <a:cubicBezTo>
                    <a:pt x="330" y="146"/>
                    <a:pt x="330" y="146"/>
                    <a:pt x="330" y="146"/>
                  </a:cubicBezTo>
                  <a:cubicBezTo>
                    <a:pt x="333" y="149"/>
                    <a:pt x="335" y="153"/>
                    <a:pt x="335" y="158"/>
                  </a:cubicBezTo>
                  <a:cubicBezTo>
                    <a:pt x="335" y="163"/>
                    <a:pt x="333" y="167"/>
                    <a:pt x="330" y="170"/>
                  </a:cubicBezTo>
                  <a:close/>
                  <a:moveTo>
                    <a:pt x="330" y="170"/>
                  </a:moveTo>
                  <a:cubicBezTo>
                    <a:pt x="330" y="170"/>
                    <a:pt x="330" y="170"/>
                    <a:pt x="330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rgbClr val="151472"/>
                </a:solidFill>
              </a:endParaRPr>
            </a:p>
          </p:txBody>
        </p:sp>
        <p:sp>
          <p:nvSpPr>
            <p:cNvPr id="10" name="ïşḻïďê-Freeform: Shape 19"/>
            <p:cNvSpPr/>
            <p:nvPr/>
          </p:nvSpPr>
          <p:spPr bwMode="auto">
            <a:xfrm>
              <a:off x="4367298" y="5329619"/>
              <a:ext cx="361663" cy="360992"/>
            </a:xfrm>
            <a:custGeom>
              <a:avLst/>
              <a:gdLst>
                <a:gd name="T0" fmla="*/ 164 w 204"/>
                <a:gd name="T1" fmla="*/ 0 h 204"/>
                <a:gd name="T2" fmla="*/ 39 w 204"/>
                <a:gd name="T3" fmla="*/ 0 h 204"/>
                <a:gd name="T4" fmla="*/ 0 w 204"/>
                <a:gd name="T5" fmla="*/ 39 h 204"/>
                <a:gd name="T6" fmla="*/ 0 w 204"/>
                <a:gd name="T7" fmla="*/ 81 h 204"/>
                <a:gd name="T8" fmla="*/ 0 w 204"/>
                <a:gd name="T9" fmla="*/ 164 h 204"/>
                <a:gd name="T10" fmla="*/ 39 w 204"/>
                <a:gd name="T11" fmla="*/ 204 h 204"/>
                <a:gd name="T12" fmla="*/ 164 w 204"/>
                <a:gd name="T13" fmla="*/ 204 h 204"/>
                <a:gd name="T14" fmla="*/ 204 w 204"/>
                <a:gd name="T15" fmla="*/ 164 h 204"/>
                <a:gd name="T16" fmla="*/ 204 w 204"/>
                <a:gd name="T17" fmla="*/ 81 h 204"/>
                <a:gd name="T18" fmla="*/ 204 w 204"/>
                <a:gd name="T19" fmla="*/ 39 h 204"/>
                <a:gd name="T20" fmla="*/ 164 w 204"/>
                <a:gd name="T21" fmla="*/ 0 h 204"/>
                <a:gd name="T22" fmla="*/ 176 w 204"/>
                <a:gd name="T23" fmla="*/ 23 h 204"/>
                <a:gd name="T24" fmla="*/ 180 w 204"/>
                <a:gd name="T25" fmla="*/ 23 h 204"/>
                <a:gd name="T26" fmla="*/ 180 w 204"/>
                <a:gd name="T27" fmla="*/ 28 h 204"/>
                <a:gd name="T28" fmla="*/ 180 w 204"/>
                <a:gd name="T29" fmla="*/ 58 h 204"/>
                <a:gd name="T30" fmla="*/ 146 w 204"/>
                <a:gd name="T31" fmla="*/ 58 h 204"/>
                <a:gd name="T32" fmla="*/ 146 w 204"/>
                <a:gd name="T33" fmla="*/ 24 h 204"/>
                <a:gd name="T34" fmla="*/ 176 w 204"/>
                <a:gd name="T35" fmla="*/ 23 h 204"/>
                <a:gd name="T36" fmla="*/ 73 w 204"/>
                <a:gd name="T37" fmla="*/ 81 h 204"/>
                <a:gd name="T38" fmla="*/ 102 w 204"/>
                <a:gd name="T39" fmla="*/ 66 h 204"/>
                <a:gd name="T40" fmla="*/ 131 w 204"/>
                <a:gd name="T41" fmla="*/ 81 h 204"/>
                <a:gd name="T42" fmla="*/ 138 w 204"/>
                <a:gd name="T43" fmla="*/ 102 h 204"/>
                <a:gd name="T44" fmla="*/ 102 w 204"/>
                <a:gd name="T45" fmla="*/ 138 h 204"/>
                <a:gd name="T46" fmla="*/ 66 w 204"/>
                <a:gd name="T47" fmla="*/ 102 h 204"/>
                <a:gd name="T48" fmla="*/ 73 w 204"/>
                <a:gd name="T49" fmla="*/ 81 h 204"/>
                <a:gd name="T50" fmla="*/ 184 w 204"/>
                <a:gd name="T51" fmla="*/ 164 h 204"/>
                <a:gd name="T52" fmla="*/ 164 w 204"/>
                <a:gd name="T53" fmla="*/ 184 h 204"/>
                <a:gd name="T54" fmla="*/ 39 w 204"/>
                <a:gd name="T55" fmla="*/ 184 h 204"/>
                <a:gd name="T56" fmla="*/ 20 w 204"/>
                <a:gd name="T57" fmla="*/ 164 h 204"/>
                <a:gd name="T58" fmla="*/ 20 w 204"/>
                <a:gd name="T59" fmla="*/ 81 h 204"/>
                <a:gd name="T60" fmla="*/ 50 w 204"/>
                <a:gd name="T61" fmla="*/ 81 h 204"/>
                <a:gd name="T62" fmla="*/ 46 w 204"/>
                <a:gd name="T63" fmla="*/ 102 h 204"/>
                <a:gd name="T64" fmla="*/ 102 w 204"/>
                <a:gd name="T65" fmla="*/ 158 h 204"/>
                <a:gd name="T66" fmla="*/ 157 w 204"/>
                <a:gd name="T67" fmla="*/ 102 h 204"/>
                <a:gd name="T68" fmla="*/ 153 w 204"/>
                <a:gd name="T69" fmla="*/ 81 h 204"/>
                <a:gd name="T70" fmla="*/ 184 w 204"/>
                <a:gd name="T71" fmla="*/ 81 h 204"/>
                <a:gd name="T72" fmla="*/ 184 w 204"/>
                <a:gd name="T73" fmla="*/ 1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204">
                  <a:moveTo>
                    <a:pt x="164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6"/>
                    <a:pt x="17" y="204"/>
                    <a:pt x="39" y="204"/>
                  </a:cubicBezTo>
                  <a:cubicBezTo>
                    <a:pt x="164" y="204"/>
                    <a:pt x="164" y="204"/>
                    <a:pt x="164" y="204"/>
                  </a:cubicBezTo>
                  <a:cubicBezTo>
                    <a:pt x="186" y="204"/>
                    <a:pt x="204" y="186"/>
                    <a:pt x="204" y="164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18"/>
                    <a:pt x="186" y="0"/>
                    <a:pt x="164" y="0"/>
                  </a:cubicBezTo>
                  <a:close/>
                  <a:moveTo>
                    <a:pt x="176" y="23"/>
                  </a:moveTo>
                  <a:cubicBezTo>
                    <a:pt x="180" y="23"/>
                    <a:pt x="180" y="23"/>
                    <a:pt x="180" y="23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24"/>
                    <a:pt x="146" y="24"/>
                    <a:pt x="146" y="24"/>
                  </a:cubicBezTo>
                  <a:lnTo>
                    <a:pt x="176" y="23"/>
                  </a:lnTo>
                  <a:close/>
                  <a:moveTo>
                    <a:pt x="73" y="81"/>
                  </a:moveTo>
                  <a:cubicBezTo>
                    <a:pt x="79" y="72"/>
                    <a:pt x="90" y="66"/>
                    <a:pt x="102" y="66"/>
                  </a:cubicBezTo>
                  <a:cubicBezTo>
                    <a:pt x="114" y="66"/>
                    <a:pt x="124" y="72"/>
                    <a:pt x="131" y="81"/>
                  </a:cubicBezTo>
                  <a:cubicBezTo>
                    <a:pt x="135" y="87"/>
                    <a:pt x="138" y="94"/>
                    <a:pt x="138" y="102"/>
                  </a:cubicBezTo>
                  <a:cubicBezTo>
                    <a:pt x="138" y="122"/>
                    <a:pt x="121" y="138"/>
                    <a:pt x="102" y="138"/>
                  </a:cubicBezTo>
                  <a:cubicBezTo>
                    <a:pt x="82" y="138"/>
                    <a:pt x="66" y="122"/>
                    <a:pt x="66" y="102"/>
                  </a:cubicBezTo>
                  <a:cubicBezTo>
                    <a:pt x="66" y="94"/>
                    <a:pt x="68" y="87"/>
                    <a:pt x="73" y="81"/>
                  </a:cubicBezTo>
                  <a:close/>
                  <a:moveTo>
                    <a:pt x="184" y="164"/>
                  </a:moveTo>
                  <a:cubicBezTo>
                    <a:pt x="184" y="175"/>
                    <a:pt x="175" y="184"/>
                    <a:pt x="164" y="184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28" y="184"/>
                    <a:pt x="20" y="175"/>
                    <a:pt x="20" y="164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7" y="87"/>
                    <a:pt x="46" y="95"/>
                    <a:pt x="46" y="102"/>
                  </a:cubicBezTo>
                  <a:cubicBezTo>
                    <a:pt x="46" y="133"/>
                    <a:pt x="71" y="158"/>
                    <a:pt x="102" y="158"/>
                  </a:cubicBezTo>
                  <a:cubicBezTo>
                    <a:pt x="132" y="158"/>
                    <a:pt x="157" y="133"/>
                    <a:pt x="157" y="102"/>
                  </a:cubicBezTo>
                  <a:cubicBezTo>
                    <a:pt x="157" y="95"/>
                    <a:pt x="156" y="87"/>
                    <a:pt x="153" y="81"/>
                  </a:cubicBezTo>
                  <a:cubicBezTo>
                    <a:pt x="184" y="81"/>
                    <a:pt x="184" y="81"/>
                    <a:pt x="184" y="81"/>
                  </a:cubicBezTo>
                  <a:lnTo>
                    <a:pt x="184" y="1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rgbClr val="151472"/>
                </a:solidFill>
              </a:endParaRPr>
            </a:p>
          </p:txBody>
        </p:sp>
        <p:sp>
          <p:nvSpPr>
            <p:cNvPr id="11" name="ïşḻïďê-Freeform: Shape 22"/>
            <p:cNvSpPr/>
            <p:nvPr/>
          </p:nvSpPr>
          <p:spPr bwMode="auto">
            <a:xfrm>
              <a:off x="5846028" y="4290046"/>
              <a:ext cx="451952" cy="576726"/>
            </a:xfrm>
            <a:custGeom>
              <a:avLst/>
              <a:gdLst>
                <a:gd name="connsiteX0" fmla="*/ 43815 w 258763"/>
                <a:gd name="connsiteY0" fmla="*/ 130175 h 330201"/>
                <a:gd name="connsiteX1" fmla="*/ 28575 w 258763"/>
                <a:gd name="connsiteY1" fmla="*/ 147060 h 330201"/>
                <a:gd name="connsiteX2" fmla="*/ 28575 w 258763"/>
                <a:gd name="connsiteY2" fmla="*/ 227590 h 330201"/>
                <a:gd name="connsiteX3" fmla="*/ 43815 w 258763"/>
                <a:gd name="connsiteY3" fmla="*/ 244475 h 330201"/>
                <a:gd name="connsiteX4" fmla="*/ 60325 w 258763"/>
                <a:gd name="connsiteY4" fmla="*/ 227590 h 330201"/>
                <a:gd name="connsiteX5" fmla="*/ 60325 w 258763"/>
                <a:gd name="connsiteY5" fmla="*/ 147060 h 330201"/>
                <a:gd name="connsiteX6" fmla="*/ 43815 w 258763"/>
                <a:gd name="connsiteY6" fmla="*/ 130175 h 330201"/>
                <a:gd name="connsiteX7" fmla="*/ 221457 w 258763"/>
                <a:gd name="connsiteY7" fmla="*/ 98425 h 330201"/>
                <a:gd name="connsiteX8" fmla="*/ 211138 w 258763"/>
                <a:gd name="connsiteY8" fmla="*/ 110021 h 330201"/>
                <a:gd name="connsiteX9" fmla="*/ 211138 w 258763"/>
                <a:gd name="connsiteY9" fmla="*/ 265918 h 330201"/>
                <a:gd name="connsiteX10" fmla="*/ 221457 w 258763"/>
                <a:gd name="connsiteY10" fmla="*/ 276225 h 330201"/>
                <a:gd name="connsiteX11" fmla="*/ 231776 w 258763"/>
                <a:gd name="connsiteY11" fmla="*/ 265918 h 330201"/>
                <a:gd name="connsiteX12" fmla="*/ 231776 w 258763"/>
                <a:gd name="connsiteY12" fmla="*/ 110021 h 330201"/>
                <a:gd name="connsiteX13" fmla="*/ 221457 w 258763"/>
                <a:gd name="connsiteY13" fmla="*/ 98425 h 330201"/>
                <a:gd name="connsiteX14" fmla="*/ 80216 w 258763"/>
                <a:gd name="connsiteY14" fmla="*/ 71438 h 330201"/>
                <a:gd name="connsiteX15" fmla="*/ 236768 w 258763"/>
                <a:gd name="connsiteY15" fmla="*/ 71438 h 330201"/>
                <a:gd name="connsiteX16" fmla="*/ 258763 w 258763"/>
                <a:gd name="connsiteY16" fmla="*/ 93324 h 330201"/>
                <a:gd name="connsiteX17" fmla="*/ 258763 w 258763"/>
                <a:gd name="connsiteY17" fmla="*/ 274844 h 330201"/>
                <a:gd name="connsiteX18" fmla="*/ 204423 w 258763"/>
                <a:gd name="connsiteY18" fmla="*/ 330201 h 330201"/>
                <a:gd name="connsiteX19" fmla="*/ 113856 w 258763"/>
                <a:gd name="connsiteY19" fmla="*/ 330201 h 330201"/>
                <a:gd name="connsiteX20" fmla="*/ 59515 w 258763"/>
                <a:gd name="connsiteY20" fmla="*/ 274844 h 330201"/>
                <a:gd name="connsiteX21" fmla="*/ 59515 w 258763"/>
                <a:gd name="connsiteY21" fmla="*/ 267120 h 330201"/>
                <a:gd name="connsiteX22" fmla="*/ 42696 w 258763"/>
                <a:gd name="connsiteY22" fmla="*/ 270982 h 330201"/>
                <a:gd name="connsiteX23" fmla="*/ 0 w 258763"/>
                <a:gd name="connsiteY23" fmla="*/ 227211 h 330201"/>
                <a:gd name="connsiteX24" fmla="*/ 0 w 258763"/>
                <a:gd name="connsiteY24" fmla="*/ 147394 h 330201"/>
                <a:gd name="connsiteX25" fmla="*/ 42696 w 258763"/>
                <a:gd name="connsiteY25" fmla="*/ 103623 h 330201"/>
                <a:gd name="connsiteX26" fmla="*/ 59515 w 258763"/>
                <a:gd name="connsiteY26" fmla="*/ 107485 h 330201"/>
                <a:gd name="connsiteX27" fmla="*/ 59515 w 258763"/>
                <a:gd name="connsiteY27" fmla="*/ 93324 h 330201"/>
                <a:gd name="connsiteX28" fmla="*/ 80216 w 258763"/>
                <a:gd name="connsiteY28" fmla="*/ 71438 h 330201"/>
                <a:gd name="connsiteX29" fmla="*/ 107950 w 258763"/>
                <a:gd name="connsiteY29" fmla="*/ 0 h 330201"/>
                <a:gd name="connsiteX30" fmla="*/ 109247 w 258763"/>
                <a:gd name="connsiteY30" fmla="*/ 1290 h 330201"/>
                <a:gd name="connsiteX31" fmla="*/ 113139 w 258763"/>
                <a:gd name="connsiteY31" fmla="*/ 2580 h 330201"/>
                <a:gd name="connsiteX32" fmla="*/ 119624 w 258763"/>
                <a:gd name="connsiteY32" fmla="*/ 5160 h 330201"/>
                <a:gd name="connsiteX33" fmla="*/ 126110 w 258763"/>
                <a:gd name="connsiteY33" fmla="*/ 7739 h 330201"/>
                <a:gd name="connsiteX34" fmla="*/ 144269 w 258763"/>
                <a:gd name="connsiteY34" fmla="*/ 12899 h 330201"/>
                <a:gd name="connsiteX35" fmla="*/ 145566 w 258763"/>
                <a:gd name="connsiteY35" fmla="*/ 12899 h 330201"/>
                <a:gd name="connsiteX36" fmla="*/ 146863 w 258763"/>
                <a:gd name="connsiteY36" fmla="*/ 14189 h 330201"/>
                <a:gd name="connsiteX37" fmla="*/ 148161 w 258763"/>
                <a:gd name="connsiteY37" fmla="*/ 14189 h 330201"/>
                <a:gd name="connsiteX38" fmla="*/ 149458 w 258763"/>
                <a:gd name="connsiteY38" fmla="*/ 14189 h 330201"/>
                <a:gd name="connsiteX39" fmla="*/ 152052 w 258763"/>
                <a:gd name="connsiteY39" fmla="*/ 14189 h 330201"/>
                <a:gd name="connsiteX40" fmla="*/ 154646 w 258763"/>
                <a:gd name="connsiteY40" fmla="*/ 15478 h 330201"/>
                <a:gd name="connsiteX41" fmla="*/ 155943 w 258763"/>
                <a:gd name="connsiteY41" fmla="*/ 15478 h 330201"/>
                <a:gd name="connsiteX42" fmla="*/ 157240 w 258763"/>
                <a:gd name="connsiteY42" fmla="*/ 15478 h 330201"/>
                <a:gd name="connsiteX43" fmla="*/ 158537 w 258763"/>
                <a:gd name="connsiteY43" fmla="*/ 16768 h 330201"/>
                <a:gd name="connsiteX44" fmla="*/ 159835 w 258763"/>
                <a:gd name="connsiteY44" fmla="*/ 16768 h 330201"/>
                <a:gd name="connsiteX45" fmla="*/ 162429 w 258763"/>
                <a:gd name="connsiteY45" fmla="*/ 16768 h 330201"/>
                <a:gd name="connsiteX46" fmla="*/ 165023 w 258763"/>
                <a:gd name="connsiteY46" fmla="*/ 18058 h 330201"/>
                <a:gd name="connsiteX47" fmla="*/ 166320 w 258763"/>
                <a:gd name="connsiteY47" fmla="*/ 18058 h 330201"/>
                <a:gd name="connsiteX48" fmla="*/ 167617 w 258763"/>
                <a:gd name="connsiteY48" fmla="*/ 18058 h 330201"/>
                <a:gd name="connsiteX49" fmla="*/ 168914 w 258763"/>
                <a:gd name="connsiteY49" fmla="*/ 18058 h 330201"/>
                <a:gd name="connsiteX50" fmla="*/ 170211 w 258763"/>
                <a:gd name="connsiteY50" fmla="*/ 18058 h 330201"/>
                <a:gd name="connsiteX51" fmla="*/ 176697 w 258763"/>
                <a:gd name="connsiteY51" fmla="*/ 20638 h 330201"/>
                <a:gd name="connsiteX52" fmla="*/ 188371 w 258763"/>
                <a:gd name="connsiteY52" fmla="*/ 24507 h 330201"/>
                <a:gd name="connsiteX53" fmla="*/ 193559 w 258763"/>
                <a:gd name="connsiteY53" fmla="*/ 27087 h 330201"/>
                <a:gd name="connsiteX54" fmla="*/ 194856 w 258763"/>
                <a:gd name="connsiteY54" fmla="*/ 28377 h 330201"/>
                <a:gd name="connsiteX55" fmla="*/ 196154 w 258763"/>
                <a:gd name="connsiteY55" fmla="*/ 29667 h 330201"/>
                <a:gd name="connsiteX56" fmla="*/ 197451 w 258763"/>
                <a:gd name="connsiteY56" fmla="*/ 29667 h 330201"/>
                <a:gd name="connsiteX57" fmla="*/ 198748 w 258763"/>
                <a:gd name="connsiteY57" fmla="*/ 30957 h 330201"/>
                <a:gd name="connsiteX58" fmla="*/ 207828 w 258763"/>
                <a:gd name="connsiteY58" fmla="*/ 38696 h 330201"/>
                <a:gd name="connsiteX59" fmla="*/ 213016 w 258763"/>
                <a:gd name="connsiteY59" fmla="*/ 47725 h 330201"/>
                <a:gd name="connsiteX60" fmla="*/ 214313 w 258763"/>
                <a:gd name="connsiteY60" fmla="*/ 55464 h 330201"/>
                <a:gd name="connsiteX61" fmla="*/ 214313 w 258763"/>
                <a:gd name="connsiteY61" fmla="*/ 58044 h 330201"/>
                <a:gd name="connsiteX62" fmla="*/ 213016 w 258763"/>
                <a:gd name="connsiteY62" fmla="*/ 59334 h 330201"/>
                <a:gd name="connsiteX63" fmla="*/ 213016 w 258763"/>
                <a:gd name="connsiteY63" fmla="*/ 60623 h 330201"/>
                <a:gd name="connsiteX64" fmla="*/ 213016 w 258763"/>
                <a:gd name="connsiteY64" fmla="*/ 61913 h 330201"/>
                <a:gd name="connsiteX65" fmla="*/ 211719 w 258763"/>
                <a:gd name="connsiteY65" fmla="*/ 60623 h 330201"/>
                <a:gd name="connsiteX66" fmla="*/ 210422 w 258763"/>
                <a:gd name="connsiteY66" fmla="*/ 59334 h 330201"/>
                <a:gd name="connsiteX67" fmla="*/ 209125 w 258763"/>
                <a:gd name="connsiteY67" fmla="*/ 58044 h 330201"/>
                <a:gd name="connsiteX68" fmla="*/ 203936 w 258763"/>
                <a:gd name="connsiteY68" fmla="*/ 54174 h 330201"/>
                <a:gd name="connsiteX69" fmla="*/ 197451 w 258763"/>
                <a:gd name="connsiteY69" fmla="*/ 51594 h 330201"/>
                <a:gd name="connsiteX70" fmla="*/ 189668 w 258763"/>
                <a:gd name="connsiteY70" fmla="*/ 50305 h 330201"/>
                <a:gd name="connsiteX71" fmla="*/ 187074 w 258763"/>
                <a:gd name="connsiteY71" fmla="*/ 50305 h 330201"/>
                <a:gd name="connsiteX72" fmla="*/ 184480 w 258763"/>
                <a:gd name="connsiteY72" fmla="*/ 49015 h 330201"/>
                <a:gd name="connsiteX73" fmla="*/ 180588 w 258763"/>
                <a:gd name="connsiteY73" fmla="*/ 47725 h 330201"/>
                <a:gd name="connsiteX74" fmla="*/ 170211 w 258763"/>
                <a:gd name="connsiteY74" fmla="*/ 46435 h 330201"/>
                <a:gd name="connsiteX75" fmla="*/ 165023 w 258763"/>
                <a:gd name="connsiteY75" fmla="*/ 45145 h 330201"/>
                <a:gd name="connsiteX76" fmla="*/ 163726 w 258763"/>
                <a:gd name="connsiteY76" fmla="*/ 45145 h 330201"/>
                <a:gd name="connsiteX77" fmla="*/ 162429 w 258763"/>
                <a:gd name="connsiteY77" fmla="*/ 45145 h 330201"/>
                <a:gd name="connsiteX78" fmla="*/ 159835 w 258763"/>
                <a:gd name="connsiteY78" fmla="*/ 43855 h 330201"/>
                <a:gd name="connsiteX79" fmla="*/ 158537 w 258763"/>
                <a:gd name="connsiteY79" fmla="*/ 43855 h 330201"/>
                <a:gd name="connsiteX80" fmla="*/ 155943 w 258763"/>
                <a:gd name="connsiteY80" fmla="*/ 42565 h 330201"/>
                <a:gd name="connsiteX81" fmla="*/ 152052 w 258763"/>
                <a:gd name="connsiteY81" fmla="*/ 42565 h 330201"/>
                <a:gd name="connsiteX82" fmla="*/ 149458 w 258763"/>
                <a:gd name="connsiteY82" fmla="*/ 41276 h 330201"/>
                <a:gd name="connsiteX83" fmla="*/ 146863 w 258763"/>
                <a:gd name="connsiteY83" fmla="*/ 39986 h 330201"/>
                <a:gd name="connsiteX84" fmla="*/ 135189 w 258763"/>
                <a:gd name="connsiteY84" fmla="*/ 34826 h 330201"/>
                <a:gd name="connsiteX85" fmla="*/ 124813 w 258763"/>
                <a:gd name="connsiteY85" fmla="*/ 27087 h 330201"/>
                <a:gd name="connsiteX86" fmla="*/ 117030 w 258763"/>
                <a:gd name="connsiteY86" fmla="*/ 19348 h 330201"/>
                <a:gd name="connsiteX87" fmla="*/ 111841 w 258763"/>
                <a:gd name="connsiteY87" fmla="*/ 12899 h 330201"/>
                <a:gd name="connsiteX88" fmla="*/ 109247 w 258763"/>
                <a:gd name="connsiteY88" fmla="*/ 6450 h 330201"/>
                <a:gd name="connsiteX89" fmla="*/ 107950 w 258763"/>
                <a:gd name="connsiteY89" fmla="*/ 1290 h 330201"/>
                <a:gd name="connsiteX90" fmla="*/ 107950 w 258763"/>
                <a:gd name="connsiteY90" fmla="*/ 0 h 330201"/>
                <a:gd name="connsiteX91" fmla="*/ 9525 w 258763"/>
                <a:gd name="connsiteY91" fmla="*/ 0 h 330201"/>
                <a:gd name="connsiteX92" fmla="*/ 10822 w 258763"/>
                <a:gd name="connsiteY92" fmla="*/ 1290 h 330201"/>
                <a:gd name="connsiteX93" fmla="*/ 14713 w 258763"/>
                <a:gd name="connsiteY93" fmla="*/ 2580 h 330201"/>
                <a:gd name="connsiteX94" fmla="*/ 19902 w 258763"/>
                <a:gd name="connsiteY94" fmla="*/ 5160 h 330201"/>
                <a:gd name="connsiteX95" fmla="*/ 27684 w 258763"/>
                <a:gd name="connsiteY95" fmla="*/ 7739 h 330201"/>
                <a:gd name="connsiteX96" fmla="*/ 45844 w 258763"/>
                <a:gd name="connsiteY96" fmla="*/ 12899 h 330201"/>
                <a:gd name="connsiteX97" fmla="*/ 47141 w 258763"/>
                <a:gd name="connsiteY97" fmla="*/ 12899 h 330201"/>
                <a:gd name="connsiteX98" fmla="*/ 48438 w 258763"/>
                <a:gd name="connsiteY98" fmla="*/ 12899 h 330201"/>
                <a:gd name="connsiteX99" fmla="*/ 48438 w 258763"/>
                <a:gd name="connsiteY99" fmla="*/ 14189 h 330201"/>
                <a:gd name="connsiteX100" fmla="*/ 49735 w 258763"/>
                <a:gd name="connsiteY100" fmla="*/ 14189 h 330201"/>
                <a:gd name="connsiteX101" fmla="*/ 52329 w 258763"/>
                <a:gd name="connsiteY101" fmla="*/ 14189 h 330201"/>
                <a:gd name="connsiteX102" fmla="*/ 54924 w 258763"/>
                <a:gd name="connsiteY102" fmla="*/ 15478 h 330201"/>
                <a:gd name="connsiteX103" fmla="*/ 56221 w 258763"/>
                <a:gd name="connsiteY103" fmla="*/ 15478 h 330201"/>
                <a:gd name="connsiteX104" fmla="*/ 57518 w 258763"/>
                <a:gd name="connsiteY104" fmla="*/ 15478 h 330201"/>
                <a:gd name="connsiteX105" fmla="*/ 58815 w 258763"/>
                <a:gd name="connsiteY105" fmla="*/ 15478 h 330201"/>
                <a:gd name="connsiteX106" fmla="*/ 60112 w 258763"/>
                <a:gd name="connsiteY106" fmla="*/ 16768 h 330201"/>
                <a:gd name="connsiteX107" fmla="*/ 62706 w 258763"/>
                <a:gd name="connsiteY107" fmla="*/ 16768 h 330201"/>
                <a:gd name="connsiteX108" fmla="*/ 65301 w 258763"/>
                <a:gd name="connsiteY108" fmla="*/ 18058 h 330201"/>
                <a:gd name="connsiteX109" fmla="*/ 66598 w 258763"/>
                <a:gd name="connsiteY109" fmla="*/ 18058 h 330201"/>
                <a:gd name="connsiteX110" fmla="*/ 69192 w 258763"/>
                <a:gd name="connsiteY110" fmla="*/ 18058 h 330201"/>
                <a:gd name="connsiteX111" fmla="*/ 70489 w 258763"/>
                <a:gd name="connsiteY111" fmla="*/ 18058 h 330201"/>
                <a:gd name="connsiteX112" fmla="*/ 71786 w 258763"/>
                <a:gd name="connsiteY112" fmla="*/ 18058 h 330201"/>
                <a:gd name="connsiteX113" fmla="*/ 76975 w 258763"/>
                <a:gd name="connsiteY113" fmla="*/ 20638 h 330201"/>
                <a:gd name="connsiteX114" fmla="*/ 89946 w 258763"/>
                <a:gd name="connsiteY114" fmla="*/ 24507 h 330201"/>
                <a:gd name="connsiteX115" fmla="*/ 95134 w 258763"/>
                <a:gd name="connsiteY115" fmla="*/ 27087 h 330201"/>
                <a:gd name="connsiteX116" fmla="*/ 96431 w 258763"/>
                <a:gd name="connsiteY116" fmla="*/ 28377 h 330201"/>
                <a:gd name="connsiteX117" fmla="*/ 97728 w 258763"/>
                <a:gd name="connsiteY117" fmla="*/ 28377 h 330201"/>
                <a:gd name="connsiteX118" fmla="*/ 99025 w 258763"/>
                <a:gd name="connsiteY118" fmla="*/ 29667 h 330201"/>
                <a:gd name="connsiteX119" fmla="*/ 100323 w 258763"/>
                <a:gd name="connsiteY119" fmla="*/ 30957 h 330201"/>
                <a:gd name="connsiteX120" fmla="*/ 108105 w 258763"/>
                <a:gd name="connsiteY120" fmla="*/ 38696 h 330201"/>
                <a:gd name="connsiteX121" fmla="*/ 113294 w 258763"/>
                <a:gd name="connsiteY121" fmla="*/ 47725 h 330201"/>
                <a:gd name="connsiteX122" fmla="*/ 114591 w 258763"/>
                <a:gd name="connsiteY122" fmla="*/ 55464 h 330201"/>
                <a:gd name="connsiteX123" fmla="*/ 114591 w 258763"/>
                <a:gd name="connsiteY123" fmla="*/ 58044 h 330201"/>
                <a:gd name="connsiteX124" fmla="*/ 114591 w 258763"/>
                <a:gd name="connsiteY124" fmla="*/ 59334 h 330201"/>
                <a:gd name="connsiteX125" fmla="*/ 114591 w 258763"/>
                <a:gd name="connsiteY125" fmla="*/ 60623 h 330201"/>
                <a:gd name="connsiteX126" fmla="*/ 113294 w 258763"/>
                <a:gd name="connsiteY126" fmla="*/ 61913 h 330201"/>
                <a:gd name="connsiteX127" fmla="*/ 111997 w 258763"/>
                <a:gd name="connsiteY127" fmla="*/ 60623 h 330201"/>
                <a:gd name="connsiteX128" fmla="*/ 111997 w 258763"/>
                <a:gd name="connsiteY128" fmla="*/ 59334 h 330201"/>
                <a:gd name="connsiteX129" fmla="*/ 110700 w 258763"/>
                <a:gd name="connsiteY129" fmla="*/ 58044 h 330201"/>
                <a:gd name="connsiteX130" fmla="*/ 109403 w 258763"/>
                <a:gd name="connsiteY130" fmla="*/ 58044 h 330201"/>
                <a:gd name="connsiteX131" fmla="*/ 104214 w 258763"/>
                <a:gd name="connsiteY131" fmla="*/ 54174 h 330201"/>
                <a:gd name="connsiteX132" fmla="*/ 97728 w 258763"/>
                <a:gd name="connsiteY132" fmla="*/ 51594 h 330201"/>
                <a:gd name="connsiteX133" fmla="*/ 89946 w 258763"/>
                <a:gd name="connsiteY133" fmla="*/ 50305 h 330201"/>
                <a:gd name="connsiteX134" fmla="*/ 88649 w 258763"/>
                <a:gd name="connsiteY134" fmla="*/ 50305 h 330201"/>
                <a:gd name="connsiteX135" fmla="*/ 86054 w 258763"/>
                <a:gd name="connsiteY135" fmla="*/ 49015 h 330201"/>
                <a:gd name="connsiteX136" fmla="*/ 80866 w 258763"/>
                <a:gd name="connsiteY136" fmla="*/ 47725 h 330201"/>
                <a:gd name="connsiteX137" fmla="*/ 71786 w 258763"/>
                <a:gd name="connsiteY137" fmla="*/ 46435 h 330201"/>
                <a:gd name="connsiteX138" fmla="*/ 66598 w 258763"/>
                <a:gd name="connsiteY138" fmla="*/ 45145 h 330201"/>
                <a:gd name="connsiteX139" fmla="*/ 65301 w 258763"/>
                <a:gd name="connsiteY139" fmla="*/ 45145 h 330201"/>
                <a:gd name="connsiteX140" fmla="*/ 64003 w 258763"/>
                <a:gd name="connsiteY140" fmla="*/ 45145 h 330201"/>
                <a:gd name="connsiteX141" fmla="*/ 62706 w 258763"/>
                <a:gd name="connsiteY141" fmla="*/ 45145 h 330201"/>
                <a:gd name="connsiteX142" fmla="*/ 61409 w 258763"/>
                <a:gd name="connsiteY142" fmla="*/ 43855 h 330201"/>
                <a:gd name="connsiteX143" fmla="*/ 60112 w 258763"/>
                <a:gd name="connsiteY143" fmla="*/ 43855 h 330201"/>
                <a:gd name="connsiteX144" fmla="*/ 56221 w 258763"/>
                <a:gd name="connsiteY144" fmla="*/ 42565 h 330201"/>
                <a:gd name="connsiteX145" fmla="*/ 53627 w 258763"/>
                <a:gd name="connsiteY145" fmla="*/ 42565 h 330201"/>
                <a:gd name="connsiteX146" fmla="*/ 51032 w 258763"/>
                <a:gd name="connsiteY146" fmla="*/ 41276 h 330201"/>
                <a:gd name="connsiteX147" fmla="*/ 47141 w 258763"/>
                <a:gd name="connsiteY147" fmla="*/ 39986 h 330201"/>
                <a:gd name="connsiteX148" fmla="*/ 36764 w 258763"/>
                <a:gd name="connsiteY148" fmla="*/ 34826 h 330201"/>
                <a:gd name="connsiteX149" fmla="*/ 26387 w 258763"/>
                <a:gd name="connsiteY149" fmla="*/ 27087 h 330201"/>
                <a:gd name="connsiteX150" fmla="*/ 18605 w 258763"/>
                <a:gd name="connsiteY150" fmla="*/ 19348 h 330201"/>
                <a:gd name="connsiteX151" fmla="*/ 13416 w 258763"/>
                <a:gd name="connsiteY151" fmla="*/ 12899 h 330201"/>
                <a:gd name="connsiteX152" fmla="*/ 10822 w 258763"/>
                <a:gd name="connsiteY152" fmla="*/ 6450 h 330201"/>
                <a:gd name="connsiteX153" fmla="*/ 9525 w 258763"/>
                <a:gd name="connsiteY153" fmla="*/ 1290 h 330201"/>
                <a:gd name="connsiteX154" fmla="*/ 9525 w 258763"/>
                <a:gd name="connsiteY154" fmla="*/ 0 h 330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258763" h="330201">
                  <a:moveTo>
                    <a:pt x="43815" y="130175"/>
                  </a:moveTo>
                  <a:cubicBezTo>
                    <a:pt x="34925" y="130175"/>
                    <a:pt x="28575" y="137968"/>
                    <a:pt x="28575" y="147060"/>
                  </a:cubicBezTo>
                  <a:cubicBezTo>
                    <a:pt x="28575" y="147060"/>
                    <a:pt x="28575" y="147060"/>
                    <a:pt x="28575" y="227590"/>
                  </a:cubicBezTo>
                  <a:cubicBezTo>
                    <a:pt x="28575" y="236682"/>
                    <a:pt x="34925" y="244475"/>
                    <a:pt x="43815" y="244475"/>
                  </a:cubicBezTo>
                  <a:cubicBezTo>
                    <a:pt x="52705" y="244475"/>
                    <a:pt x="60325" y="236682"/>
                    <a:pt x="60325" y="227590"/>
                  </a:cubicBezTo>
                  <a:cubicBezTo>
                    <a:pt x="60325" y="227590"/>
                    <a:pt x="60325" y="227590"/>
                    <a:pt x="60325" y="147060"/>
                  </a:cubicBezTo>
                  <a:cubicBezTo>
                    <a:pt x="60325" y="137968"/>
                    <a:pt x="52705" y="130175"/>
                    <a:pt x="43815" y="130175"/>
                  </a:cubicBezTo>
                  <a:close/>
                  <a:moveTo>
                    <a:pt x="221457" y="98425"/>
                  </a:moveTo>
                  <a:cubicBezTo>
                    <a:pt x="215008" y="98425"/>
                    <a:pt x="211138" y="103579"/>
                    <a:pt x="211138" y="110021"/>
                  </a:cubicBezTo>
                  <a:lnTo>
                    <a:pt x="211138" y="265918"/>
                  </a:lnTo>
                  <a:cubicBezTo>
                    <a:pt x="211138" y="271072"/>
                    <a:pt x="215008" y="276225"/>
                    <a:pt x="221457" y="276225"/>
                  </a:cubicBezTo>
                  <a:cubicBezTo>
                    <a:pt x="227907" y="276225"/>
                    <a:pt x="231776" y="271072"/>
                    <a:pt x="231776" y="265918"/>
                  </a:cubicBezTo>
                  <a:cubicBezTo>
                    <a:pt x="231776" y="265918"/>
                    <a:pt x="231776" y="265918"/>
                    <a:pt x="231776" y="110021"/>
                  </a:cubicBezTo>
                  <a:cubicBezTo>
                    <a:pt x="231776" y="103579"/>
                    <a:pt x="227907" y="98425"/>
                    <a:pt x="221457" y="98425"/>
                  </a:cubicBezTo>
                  <a:close/>
                  <a:moveTo>
                    <a:pt x="80216" y="71438"/>
                  </a:moveTo>
                  <a:cubicBezTo>
                    <a:pt x="80216" y="71438"/>
                    <a:pt x="80216" y="71438"/>
                    <a:pt x="236768" y="71438"/>
                  </a:cubicBezTo>
                  <a:cubicBezTo>
                    <a:pt x="258763" y="71438"/>
                    <a:pt x="258763" y="71438"/>
                    <a:pt x="258763" y="93324"/>
                  </a:cubicBezTo>
                  <a:cubicBezTo>
                    <a:pt x="258763" y="93324"/>
                    <a:pt x="258763" y="93324"/>
                    <a:pt x="258763" y="274844"/>
                  </a:cubicBezTo>
                  <a:cubicBezTo>
                    <a:pt x="258763" y="330201"/>
                    <a:pt x="258763" y="330201"/>
                    <a:pt x="204423" y="330201"/>
                  </a:cubicBezTo>
                  <a:cubicBezTo>
                    <a:pt x="204423" y="330201"/>
                    <a:pt x="204423" y="330201"/>
                    <a:pt x="113856" y="330201"/>
                  </a:cubicBezTo>
                  <a:cubicBezTo>
                    <a:pt x="59515" y="330201"/>
                    <a:pt x="59515" y="330201"/>
                    <a:pt x="59515" y="274844"/>
                  </a:cubicBezTo>
                  <a:cubicBezTo>
                    <a:pt x="59515" y="274844"/>
                    <a:pt x="59515" y="274844"/>
                    <a:pt x="59515" y="267120"/>
                  </a:cubicBezTo>
                  <a:cubicBezTo>
                    <a:pt x="54340" y="269694"/>
                    <a:pt x="49165" y="270982"/>
                    <a:pt x="42696" y="270982"/>
                  </a:cubicBezTo>
                  <a:cubicBezTo>
                    <a:pt x="19407" y="270982"/>
                    <a:pt x="0" y="251671"/>
                    <a:pt x="0" y="227211"/>
                  </a:cubicBezTo>
                  <a:cubicBezTo>
                    <a:pt x="0" y="227211"/>
                    <a:pt x="0" y="227211"/>
                    <a:pt x="0" y="147394"/>
                  </a:cubicBezTo>
                  <a:cubicBezTo>
                    <a:pt x="0" y="122933"/>
                    <a:pt x="19407" y="103623"/>
                    <a:pt x="42696" y="103623"/>
                  </a:cubicBezTo>
                  <a:cubicBezTo>
                    <a:pt x="49165" y="103623"/>
                    <a:pt x="54340" y="104910"/>
                    <a:pt x="59515" y="107485"/>
                  </a:cubicBezTo>
                  <a:cubicBezTo>
                    <a:pt x="59515" y="107485"/>
                    <a:pt x="59515" y="107485"/>
                    <a:pt x="59515" y="93324"/>
                  </a:cubicBezTo>
                  <a:cubicBezTo>
                    <a:pt x="59515" y="71438"/>
                    <a:pt x="59515" y="71438"/>
                    <a:pt x="80216" y="71438"/>
                  </a:cubicBezTo>
                  <a:close/>
                  <a:moveTo>
                    <a:pt x="107950" y="0"/>
                  </a:moveTo>
                  <a:cubicBezTo>
                    <a:pt x="107950" y="0"/>
                    <a:pt x="107950" y="0"/>
                    <a:pt x="109247" y="1290"/>
                  </a:cubicBezTo>
                  <a:cubicBezTo>
                    <a:pt x="110544" y="1290"/>
                    <a:pt x="111841" y="2580"/>
                    <a:pt x="113139" y="2580"/>
                  </a:cubicBezTo>
                  <a:cubicBezTo>
                    <a:pt x="114436" y="3870"/>
                    <a:pt x="117030" y="3870"/>
                    <a:pt x="119624" y="5160"/>
                  </a:cubicBezTo>
                  <a:cubicBezTo>
                    <a:pt x="120921" y="6450"/>
                    <a:pt x="123515" y="6450"/>
                    <a:pt x="126110" y="7739"/>
                  </a:cubicBezTo>
                  <a:cubicBezTo>
                    <a:pt x="131298" y="10319"/>
                    <a:pt x="137784" y="11609"/>
                    <a:pt x="144269" y="12899"/>
                  </a:cubicBezTo>
                  <a:cubicBezTo>
                    <a:pt x="144269" y="12899"/>
                    <a:pt x="144269" y="12899"/>
                    <a:pt x="145566" y="12899"/>
                  </a:cubicBezTo>
                  <a:cubicBezTo>
                    <a:pt x="145566" y="12899"/>
                    <a:pt x="146863" y="12899"/>
                    <a:pt x="146863" y="14189"/>
                  </a:cubicBezTo>
                  <a:cubicBezTo>
                    <a:pt x="146863" y="14189"/>
                    <a:pt x="146863" y="14189"/>
                    <a:pt x="148161" y="14189"/>
                  </a:cubicBezTo>
                  <a:cubicBezTo>
                    <a:pt x="148161" y="14189"/>
                    <a:pt x="149458" y="14189"/>
                    <a:pt x="149458" y="14189"/>
                  </a:cubicBezTo>
                  <a:cubicBezTo>
                    <a:pt x="149458" y="14189"/>
                    <a:pt x="150755" y="14189"/>
                    <a:pt x="152052" y="14189"/>
                  </a:cubicBezTo>
                  <a:cubicBezTo>
                    <a:pt x="152052" y="15478"/>
                    <a:pt x="153349" y="15478"/>
                    <a:pt x="154646" y="15478"/>
                  </a:cubicBezTo>
                  <a:cubicBezTo>
                    <a:pt x="154646" y="15478"/>
                    <a:pt x="154646" y="15478"/>
                    <a:pt x="155943" y="15478"/>
                  </a:cubicBezTo>
                  <a:cubicBezTo>
                    <a:pt x="155943" y="15478"/>
                    <a:pt x="155943" y="15478"/>
                    <a:pt x="157240" y="15478"/>
                  </a:cubicBezTo>
                  <a:cubicBezTo>
                    <a:pt x="157240" y="15478"/>
                    <a:pt x="157240" y="15478"/>
                    <a:pt x="158537" y="16768"/>
                  </a:cubicBezTo>
                  <a:cubicBezTo>
                    <a:pt x="158537" y="16768"/>
                    <a:pt x="158537" y="16768"/>
                    <a:pt x="159835" y="16768"/>
                  </a:cubicBezTo>
                  <a:cubicBezTo>
                    <a:pt x="161132" y="16768"/>
                    <a:pt x="161132" y="16768"/>
                    <a:pt x="162429" y="16768"/>
                  </a:cubicBezTo>
                  <a:cubicBezTo>
                    <a:pt x="163726" y="16768"/>
                    <a:pt x="163726" y="16768"/>
                    <a:pt x="165023" y="18058"/>
                  </a:cubicBezTo>
                  <a:cubicBezTo>
                    <a:pt x="165023" y="18058"/>
                    <a:pt x="165023" y="18058"/>
                    <a:pt x="166320" y="18058"/>
                  </a:cubicBezTo>
                  <a:cubicBezTo>
                    <a:pt x="166320" y="18058"/>
                    <a:pt x="166320" y="18058"/>
                    <a:pt x="167617" y="18058"/>
                  </a:cubicBezTo>
                  <a:cubicBezTo>
                    <a:pt x="167617" y="18058"/>
                    <a:pt x="167617" y="18058"/>
                    <a:pt x="168914" y="18058"/>
                  </a:cubicBezTo>
                  <a:cubicBezTo>
                    <a:pt x="168914" y="18058"/>
                    <a:pt x="168914" y="18058"/>
                    <a:pt x="170211" y="18058"/>
                  </a:cubicBezTo>
                  <a:cubicBezTo>
                    <a:pt x="172806" y="19348"/>
                    <a:pt x="174103" y="19348"/>
                    <a:pt x="176697" y="20638"/>
                  </a:cubicBezTo>
                  <a:cubicBezTo>
                    <a:pt x="180588" y="21928"/>
                    <a:pt x="184480" y="23218"/>
                    <a:pt x="188371" y="24507"/>
                  </a:cubicBezTo>
                  <a:cubicBezTo>
                    <a:pt x="190965" y="25797"/>
                    <a:pt x="192262" y="25797"/>
                    <a:pt x="193559" y="27087"/>
                  </a:cubicBezTo>
                  <a:cubicBezTo>
                    <a:pt x="194856" y="28377"/>
                    <a:pt x="194856" y="28377"/>
                    <a:pt x="194856" y="28377"/>
                  </a:cubicBezTo>
                  <a:cubicBezTo>
                    <a:pt x="196154" y="28377"/>
                    <a:pt x="196154" y="28377"/>
                    <a:pt x="196154" y="29667"/>
                  </a:cubicBezTo>
                  <a:cubicBezTo>
                    <a:pt x="197451" y="29667"/>
                    <a:pt x="197451" y="29667"/>
                    <a:pt x="197451" y="29667"/>
                  </a:cubicBezTo>
                  <a:cubicBezTo>
                    <a:pt x="198748" y="29667"/>
                    <a:pt x="198748" y="30957"/>
                    <a:pt x="198748" y="30957"/>
                  </a:cubicBezTo>
                  <a:cubicBezTo>
                    <a:pt x="202639" y="33536"/>
                    <a:pt x="205233" y="36116"/>
                    <a:pt x="207828" y="38696"/>
                  </a:cubicBezTo>
                  <a:cubicBezTo>
                    <a:pt x="210422" y="41276"/>
                    <a:pt x="211719" y="45145"/>
                    <a:pt x="213016" y="47725"/>
                  </a:cubicBezTo>
                  <a:cubicBezTo>
                    <a:pt x="214313" y="50305"/>
                    <a:pt x="214313" y="52884"/>
                    <a:pt x="214313" y="55464"/>
                  </a:cubicBezTo>
                  <a:cubicBezTo>
                    <a:pt x="214313" y="56754"/>
                    <a:pt x="214313" y="56754"/>
                    <a:pt x="214313" y="58044"/>
                  </a:cubicBezTo>
                  <a:cubicBezTo>
                    <a:pt x="214313" y="58044"/>
                    <a:pt x="214313" y="59334"/>
                    <a:pt x="213016" y="59334"/>
                  </a:cubicBezTo>
                  <a:cubicBezTo>
                    <a:pt x="213016" y="59334"/>
                    <a:pt x="213016" y="59334"/>
                    <a:pt x="213016" y="60623"/>
                  </a:cubicBezTo>
                  <a:cubicBezTo>
                    <a:pt x="213016" y="61913"/>
                    <a:pt x="213016" y="61913"/>
                    <a:pt x="213016" y="61913"/>
                  </a:cubicBezTo>
                  <a:cubicBezTo>
                    <a:pt x="213016" y="61913"/>
                    <a:pt x="213016" y="61913"/>
                    <a:pt x="211719" y="60623"/>
                  </a:cubicBezTo>
                  <a:cubicBezTo>
                    <a:pt x="211719" y="60623"/>
                    <a:pt x="211719" y="59334"/>
                    <a:pt x="210422" y="59334"/>
                  </a:cubicBezTo>
                  <a:cubicBezTo>
                    <a:pt x="210422" y="59334"/>
                    <a:pt x="210422" y="58044"/>
                    <a:pt x="209125" y="58044"/>
                  </a:cubicBezTo>
                  <a:cubicBezTo>
                    <a:pt x="207828" y="56754"/>
                    <a:pt x="205233" y="55464"/>
                    <a:pt x="203936" y="54174"/>
                  </a:cubicBezTo>
                  <a:cubicBezTo>
                    <a:pt x="201342" y="54174"/>
                    <a:pt x="200045" y="52884"/>
                    <a:pt x="197451" y="51594"/>
                  </a:cubicBezTo>
                  <a:cubicBezTo>
                    <a:pt x="194856" y="51594"/>
                    <a:pt x="192262" y="50305"/>
                    <a:pt x="189668" y="50305"/>
                  </a:cubicBezTo>
                  <a:cubicBezTo>
                    <a:pt x="188371" y="50305"/>
                    <a:pt x="188371" y="50305"/>
                    <a:pt x="187074" y="50305"/>
                  </a:cubicBezTo>
                  <a:cubicBezTo>
                    <a:pt x="187074" y="49015"/>
                    <a:pt x="185777" y="49015"/>
                    <a:pt x="184480" y="49015"/>
                  </a:cubicBezTo>
                  <a:cubicBezTo>
                    <a:pt x="183182" y="49015"/>
                    <a:pt x="181885" y="49015"/>
                    <a:pt x="180588" y="47725"/>
                  </a:cubicBezTo>
                  <a:cubicBezTo>
                    <a:pt x="176697" y="47725"/>
                    <a:pt x="174103" y="47725"/>
                    <a:pt x="170211" y="46435"/>
                  </a:cubicBezTo>
                  <a:cubicBezTo>
                    <a:pt x="168914" y="46435"/>
                    <a:pt x="166320" y="45145"/>
                    <a:pt x="165023" y="45145"/>
                  </a:cubicBezTo>
                  <a:cubicBezTo>
                    <a:pt x="165023" y="45145"/>
                    <a:pt x="165023" y="45145"/>
                    <a:pt x="163726" y="45145"/>
                  </a:cubicBezTo>
                  <a:cubicBezTo>
                    <a:pt x="163726" y="45145"/>
                    <a:pt x="163726" y="45145"/>
                    <a:pt x="162429" y="45145"/>
                  </a:cubicBezTo>
                  <a:cubicBezTo>
                    <a:pt x="162429" y="45145"/>
                    <a:pt x="162429" y="45145"/>
                    <a:pt x="159835" y="43855"/>
                  </a:cubicBezTo>
                  <a:cubicBezTo>
                    <a:pt x="159835" y="43855"/>
                    <a:pt x="159835" y="43855"/>
                    <a:pt x="158537" y="43855"/>
                  </a:cubicBezTo>
                  <a:cubicBezTo>
                    <a:pt x="157240" y="43855"/>
                    <a:pt x="157240" y="43855"/>
                    <a:pt x="155943" y="42565"/>
                  </a:cubicBezTo>
                  <a:cubicBezTo>
                    <a:pt x="154646" y="42565"/>
                    <a:pt x="153349" y="42565"/>
                    <a:pt x="152052" y="42565"/>
                  </a:cubicBezTo>
                  <a:cubicBezTo>
                    <a:pt x="152052" y="41276"/>
                    <a:pt x="150755" y="41276"/>
                    <a:pt x="149458" y="41276"/>
                  </a:cubicBezTo>
                  <a:cubicBezTo>
                    <a:pt x="148161" y="41276"/>
                    <a:pt x="146863" y="39986"/>
                    <a:pt x="146863" y="39986"/>
                  </a:cubicBezTo>
                  <a:cubicBezTo>
                    <a:pt x="142972" y="38696"/>
                    <a:pt x="139081" y="36116"/>
                    <a:pt x="135189" y="34826"/>
                  </a:cubicBezTo>
                  <a:cubicBezTo>
                    <a:pt x="131298" y="32247"/>
                    <a:pt x="128704" y="29667"/>
                    <a:pt x="124813" y="27087"/>
                  </a:cubicBezTo>
                  <a:cubicBezTo>
                    <a:pt x="122218" y="24507"/>
                    <a:pt x="119624" y="21928"/>
                    <a:pt x="117030" y="19348"/>
                  </a:cubicBezTo>
                  <a:cubicBezTo>
                    <a:pt x="115733" y="16768"/>
                    <a:pt x="113139" y="15478"/>
                    <a:pt x="111841" y="12899"/>
                  </a:cubicBezTo>
                  <a:cubicBezTo>
                    <a:pt x="110544" y="10319"/>
                    <a:pt x="110544" y="7739"/>
                    <a:pt x="109247" y="6450"/>
                  </a:cubicBezTo>
                  <a:cubicBezTo>
                    <a:pt x="109247" y="3870"/>
                    <a:pt x="107950" y="2580"/>
                    <a:pt x="107950" y="1290"/>
                  </a:cubicBezTo>
                  <a:cubicBezTo>
                    <a:pt x="107950" y="1290"/>
                    <a:pt x="107950" y="0"/>
                    <a:pt x="107950" y="0"/>
                  </a:cubicBezTo>
                  <a:close/>
                  <a:moveTo>
                    <a:pt x="9525" y="0"/>
                  </a:moveTo>
                  <a:cubicBezTo>
                    <a:pt x="9525" y="0"/>
                    <a:pt x="9525" y="0"/>
                    <a:pt x="10822" y="1290"/>
                  </a:cubicBezTo>
                  <a:cubicBezTo>
                    <a:pt x="12119" y="1290"/>
                    <a:pt x="12119" y="2580"/>
                    <a:pt x="14713" y="2580"/>
                  </a:cubicBezTo>
                  <a:cubicBezTo>
                    <a:pt x="16010" y="3870"/>
                    <a:pt x="17308" y="3870"/>
                    <a:pt x="19902" y="5160"/>
                  </a:cubicBezTo>
                  <a:cubicBezTo>
                    <a:pt x="22496" y="6450"/>
                    <a:pt x="25090" y="6450"/>
                    <a:pt x="27684" y="7739"/>
                  </a:cubicBezTo>
                  <a:cubicBezTo>
                    <a:pt x="32873" y="9029"/>
                    <a:pt x="39358" y="11609"/>
                    <a:pt x="45844" y="12899"/>
                  </a:cubicBezTo>
                  <a:cubicBezTo>
                    <a:pt x="45844" y="12899"/>
                    <a:pt x="45844" y="12899"/>
                    <a:pt x="47141" y="12899"/>
                  </a:cubicBezTo>
                  <a:cubicBezTo>
                    <a:pt x="47141" y="12899"/>
                    <a:pt x="47141" y="12899"/>
                    <a:pt x="48438" y="12899"/>
                  </a:cubicBezTo>
                  <a:cubicBezTo>
                    <a:pt x="48438" y="12899"/>
                    <a:pt x="48438" y="12899"/>
                    <a:pt x="48438" y="14189"/>
                  </a:cubicBezTo>
                  <a:cubicBezTo>
                    <a:pt x="49735" y="14189"/>
                    <a:pt x="49735" y="14189"/>
                    <a:pt x="49735" y="14189"/>
                  </a:cubicBezTo>
                  <a:cubicBezTo>
                    <a:pt x="51032" y="14189"/>
                    <a:pt x="52329" y="14189"/>
                    <a:pt x="52329" y="14189"/>
                  </a:cubicBezTo>
                  <a:cubicBezTo>
                    <a:pt x="53627" y="15478"/>
                    <a:pt x="54924" y="15478"/>
                    <a:pt x="54924" y="15478"/>
                  </a:cubicBezTo>
                  <a:cubicBezTo>
                    <a:pt x="56221" y="15478"/>
                    <a:pt x="56221" y="15478"/>
                    <a:pt x="56221" y="15478"/>
                  </a:cubicBezTo>
                  <a:cubicBezTo>
                    <a:pt x="57518" y="15478"/>
                    <a:pt x="57518" y="15478"/>
                    <a:pt x="57518" y="15478"/>
                  </a:cubicBezTo>
                  <a:cubicBezTo>
                    <a:pt x="58815" y="15478"/>
                    <a:pt x="58815" y="15478"/>
                    <a:pt x="58815" y="15478"/>
                  </a:cubicBezTo>
                  <a:cubicBezTo>
                    <a:pt x="60112" y="16768"/>
                    <a:pt x="60112" y="16768"/>
                    <a:pt x="60112" y="16768"/>
                  </a:cubicBezTo>
                  <a:cubicBezTo>
                    <a:pt x="61409" y="16768"/>
                    <a:pt x="62706" y="16768"/>
                    <a:pt x="62706" y="16768"/>
                  </a:cubicBezTo>
                  <a:cubicBezTo>
                    <a:pt x="64003" y="16768"/>
                    <a:pt x="65301" y="16768"/>
                    <a:pt x="65301" y="18058"/>
                  </a:cubicBezTo>
                  <a:cubicBezTo>
                    <a:pt x="65301" y="18058"/>
                    <a:pt x="65301" y="18058"/>
                    <a:pt x="66598" y="18058"/>
                  </a:cubicBezTo>
                  <a:cubicBezTo>
                    <a:pt x="66598" y="18058"/>
                    <a:pt x="66598" y="18058"/>
                    <a:pt x="69192" y="18058"/>
                  </a:cubicBezTo>
                  <a:cubicBezTo>
                    <a:pt x="69192" y="18058"/>
                    <a:pt x="69192" y="18058"/>
                    <a:pt x="70489" y="18058"/>
                  </a:cubicBezTo>
                  <a:cubicBezTo>
                    <a:pt x="70489" y="18058"/>
                    <a:pt x="70489" y="18058"/>
                    <a:pt x="71786" y="18058"/>
                  </a:cubicBezTo>
                  <a:cubicBezTo>
                    <a:pt x="73083" y="19348"/>
                    <a:pt x="75677" y="19348"/>
                    <a:pt x="76975" y="20638"/>
                  </a:cubicBezTo>
                  <a:cubicBezTo>
                    <a:pt x="82163" y="20638"/>
                    <a:pt x="86054" y="23218"/>
                    <a:pt x="89946" y="24507"/>
                  </a:cubicBezTo>
                  <a:cubicBezTo>
                    <a:pt x="91243" y="25797"/>
                    <a:pt x="93837" y="25797"/>
                    <a:pt x="95134" y="27087"/>
                  </a:cubicBezTo>
                  <a:cubicBezTo>
                    <a:pt x="95134" y="27087"/>
                    <a:pt x="96431" y="28377"/>
                    <a:pt x="96431" y="28377"/>
                  </a:cubicBezTo>
                  <a:cubicBezTo>
                    <a:pt x="96431" y="28377"/>
                    <a:pt x="97728" y="28377"/>
                    <a:pt x="97728" y="28377"/>
                  </a:cubicBezTo>
                  <a:cubicBezTo>
                    <a:pt x="97728" y="29667"/>
                    <a:pt x="99025" y="29667"/>
                    <a:pt x="99025" y="29667"/>
                  </a:cubicBezTo>
                  <a:cubicBezTo>
                    <a:pt x="99025" y="29667"/>
                    <a:pt x="100323" y="30957"/>
                    <a:pt x="100323" y="30957"/>
                  </a:cubicBezTo>
                  <a:cubicBezTo>
                    <a:pt x="102917" y="33536"/>
                    <a:pt x="106808" y="36116"/>
                    <a:pt x="108105" y="38696"/>
                  </a:cubicBezTo>
                  <a:cubicBezTo>
                    <a:pt x="110700" y="41276"/>
                    <a:pt x="111997" y="45145"/>
                    <a:pt x="113294" y="47725"/>
                  </a:cubicBezTo>
                  <a:cubicBezTo>
                    <a:pt x="114591" y="50305"/>
                    <a:pt x="115888" y="52884"/>
                    <a:pt x="114591" y="55464"/>
                  </a:cubicBezTo>
                  <a:cubicBezTo>
                    <a:pt x="114591" y="56754"/>
                    <a:pt x="114591" y="56754"/>
                    <a:pt x="114591" y="58044"/>
                  </a:cubicBezTo>
                  <a:cubicBezTo>
                    <a:pt x="114591" y="58044"/>
                    <a:pt x="114591" y="59334"/>
                    <a:pt x="114591" y="59334"/>
                  </a:cubicBezTo>
                  <a:cubicBezTo>
                    <a:pt x="114591" y="59334"/>
                    <a:pt x="114591" y="59334"/>
                    <a:pt x="114591" y="60623"/>
                  </a:cubicBezTo>
                  <a:cubicBezTo>
                    <a:pt x="114591" y="60623"/>
                    <a:pt x="113294" y="60623"/>
                    <a:pt x="113294" y="61913"/>
                  </a:cubicBezTo>
                  <a:cubicBezTo>
                    <a:pt x="113294" y="60623"/>
                    <a:pt x="113294" y="60623"/>
                    <a:pt x="111997" y="60623"/>
                  </a:cubicBezTo>
                  <a:cubicBezTo>
                    <a:pt x="111997" y="60623"/>
                    <a:pt x="111997" y="59334"/>
                    <a:pt x="111997" y="59334"/>
                  </a:cubicBezTo>
                  <a:cubicBezTo>
                    <a:pt x="110700" y="59334"/>
                    <a:pt x="110700" y="58044"/>
                    <a:pt x="110700" y="58044"/>
                  </a:cubicBezTo>
                  <a:cubicBezTo>
                    <a:pt x="110700" y="58044"/>
                    <a:pt x="110700" y="58044"/>
                    <a:pt x="109403" y="58044"/>
                  </a:cubicBezTo>
                  <a:cubicBezTo>
                    <a:pt x="108105" y="56754"/>
                    <a:pt x="106808" y="55464"/>
                    <a:pt x="104214" y="54174"/>
                  </a:cubicBezTo>
                  <a:cubicBezTo>
                    <a:pt x="102917" y="54174"/>
                    <a:pt x="100323" y="52884"/>
                    <a:pt x="97728" y="51594"/>
                  </a:cubicBezTo>
                  <a:cubicBezTo>
                    <a:pt x="96431" y="51594"/>
                    <a:pt x="93837" y="50305"/>
                    <a:pt x="89946" y="50305"/>
                  </a:cubicBezTo>
                  <a:cubicBezTo>
                    <a:pt x="89946" y="50305"/>
                    <a:pt x="88649" y="50305"/>
                    <a:pt x="88649" y="50305"/>
                  </a:cubicBezTo>
                  <a:cubicBezTo>
                    <a:pt x="87351" y="49015"/>
                    <a:pt x="87351" y="49015"/>
                    <a:pt x="86054" y="49015"/>
                  </a:cubicBezTo>
                  <a:cubicBezTo>
                    <a:pt x="84757" y="49015"/>
                    <a:pt x="83460" y="49015"/>
                    <a:pt x="80866" y="47725"/>
                  </a:cubicBezTo>
                  <a:cubicBezTo>
                    <a:pt x="78272" y="47725"/>
                    <a:pt x="74380" y="47725"/>
                    <a:pt x="71786" y="46435"/>
                  </a:cubicBezTo>
                  <a:cubicBezTo>
                    <a:pt x="69192" y="46435"/>
                    <a:pt x="67895" y="45145"/>
                    <a:pt x="66598" y="45145"/>
                  </a:cubicBezTo>
                  <a:cubicBezTo>
                    <a:pt x="66598" y="45145"/>
                    <a:pt x="66598" y="45145"/>
                    <a:pt x="65301" y="45145"/>
                  </a:cubicBezTo>
                  <a:cubicBezTo>
                    <a:pt x="65301" y="45145"/>
                    <a:pt x="65301" y="45145"/>
                    <a:pt x="64003" y="45145"/>
                  </a:cubicBezTo>
                  <a:cubicBezTo>
                    <a:pt x="64003" y="45145"/>
                    <a:pt x="64003" y="45145"/>
                    <a:pt x="62706" y="45145"/>
                  </a:cubicBezTo>
                  <a:cubicBezTo>
                    <a:pt x="62706" y="45145"/>
                    <a:pt x="62706" y="45145"/>
                    <a:pt x="61409" y="43855"/>
                  </a:cubicBezTo>
                  <a:cubicBezTo>
                    <a:pt x="61409" y="43855"/>
                    <a:pt x="61409" y="43855"/>
                    <a:pt x="60112" y="43855"/>
                  </a:cubicBezTo>
                  <a:cubicBezTo>
                    <a:pt x="58815" y="43855"/>
                    <a:pt x="57518" y="43855"/>
                    <a:pt x="56221" y="42565"/>
                  </a:cubicBezTo>
                  <a:cubicBezTo>
                    <a:pt x="56221" y="42565"/>
                    <a:pt x="54924" y="42565"/>
                    <a:pt x="53627" y="42565"/>
                  </a:cubicBezTo>
                  <a:cubicBezTo>
                    <a:pt x="52329" y="41276"/>
                    <a:pt x="51032" y="41276"/>
                    <a:pt x="51032" y="41276"/>
                  </a:cubicBezTo>
                  <a:cubicBezTo>
                    <a:pt x="49735" y="41276"/>
                    <a:pt x="48438" y="39986"/>
                    <a:pt x="47141" y="39986"/>
                  </a:cubicBezTo>
                  <a:cubicBezTo>
                    <a:pt x="43250" y="38696"/>
                    <a:pt x="39358" y="36116"/>
                    <a:pt x="36764" y="34826"/>
                  </a:cubicBezTo>
                  <a:cubicBezTo>
                    <a:pt x="32873" y="32247"/>
                    <a:pt x="28982" y="29667"/>
                    <a:pt x="26387" y="27087"/>
                  </a:cubicBezTo>
                  <a:cubicBezTo>
                    <a:pt x="23793" y="24507"/>
                    <a:pt x="21199" y="21928"/>
                    <a:pt x="18605" y="19348"/>
                  </a:cubicBezTo>
                  <a:cubicBezTo>
                    <a:pt x="16010" y="18058"/>
                    <a:pt x="14713" y="15478"/>
                    <a:pt x="13416" y="12899"/>
                  </a:cubicBezTo>
                  <a:cubicBezTo>
                    <a:pt x="12119" y="10319"/>
                    <a:pt x="10822" y="7739"/>
                    <a:pt x="10822" y="6450"/>
                  </a:cubicBezTo>
                  <a:cubicBezTo>
                    <a:pt x="9525" y="3870"/>
                    <a:pt x="9525" y="2580"/>
                    <a:pt x="9525" y="1290"/>
                  </a:cubicBezTo>
                  <a:cubicBezTo>
                    <a:pt x="9525" y="0"/>
                    <a:pt x="9525" y="0"/>
                    <a:pt x="9525" y="0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>
                <a:solidFill>
                  <a:srgbClr val="151472"/>
                </a:solidFill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6199751" y="2330401"/>
            <a:ext cx="5360670" cy="1094740"/>
            <a:chOff x="2677265" y="1996356"/>
            <a:chExt cx="5360670" cy="1094740"/>
          </a:xfrm>
        </p:grpSpPr>
        <p:sp>
          <p:nvSpPr>
            <p:cNvPr id="19" name="矩形 18"/>
            <p:cNvSpPr/>
            <p:nvPr>
              <p:custDataLst>
                <p:tags r:id="rId2"/>
              </p:custDataLst>
            </p:nvPr>
          </p:nvSpPr>
          <p:spPr>
            <a:xfrm>
              <a:off x="2677265" y="2524676"/>
              <a:ext cx="5360670" cy="566420"/>
            </a:xfrm>
            <a:prstGeom prst="rect">
              <a:avLst/>
            </a:prstGeom>
          </p:spPr>
          <p:txBody>
            <a:bodyPr wrap="square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采用高精度称重直接反馈，实现</a:t>
              </a:r>
              <a:r>
                <a:rPr lang="en-US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±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0.5% 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的精度突破。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3"/>
              </p:custDataLst>
            </p:nvPr>
          </p:nvSpPr>
          <p:spPr>
            <a:xfrm>
              <a:off x="2677265" y="1996356"/>
              <a:ext cx="2915920" cy="368300"/>
            </a:xfrm>
            <a:prstGeom prst="rect">
              <a:avLst/>
            </a:prstGeom>
          </p:spPr>
          <p:txBody>
            <a:bodyPr wrap="square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闭环质量反馈控制</a:t>
              </a:r>
              <a:endPara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4"/>
            </p:custDataLst>
          </p:nvPr>
        </p:nvGrpSpPr>
        <p:grpSpPr>
          <a:xfrm>
            <a:off x="6256901" y="3526239"/>
            <a:ext cx="4497460" cy="904819"/>
            <a:chOff x="2677265" y="1996356"/>
            <a:chExt cx="4497460" cy="904819"/>
          </a:xfrm>
        </p:grpSpPr>
        <p:sp>
          <p:nvSpPr>
            <p:cNvPr id="22" name="矩形 21"/>
            <p:cNvSpPr/>
            <p:nvPr>
              <p:custDataLst>
                <p:tags r:id="rId5"/>
              </p:custDataLst>
            </p:nvPr>
          </p:nvSpPr>
          <p:spPr>
            <a:xfrm>
              <a:off x="2677265" y="2551925"/>
              <a:ext cx="4497460" cy="34925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数字化配方库，实现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“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一键换产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”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，切换时间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&lt;10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分钟。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6"/>
              </p:custDataLst>
            </p:nvPr>
          </p:nvSpPr>
          <p:spPr>
            <a:xfrm>
              <a:off x="2677265" y="1996356"/>
              <a:ext cx="3772535" cy="425450"/>
            </a:xfrm>
            <a:prstGeom prst="rect">
              <a:avLst/>
            </a:prstGeom>
          </p:spPr>
          <p:txBody>
            <a:bodyPr wrap="square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工艺软件化与柔性执行</a:t>
              </a:r>
              <a:endPara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7"/>
            </p:custDataLst>
          </p:nvPr>
        </p:nvGrpSpPr>
        <p:grpSpPr>
          <a:xfrm>
            <a:off x="6256901" y="4737317"/>
            <a:ext cx="4497460" cy="799409"/>
            <a:chOff x="2677265" y="1996356"/>
            <a:chExt cx="4497460" cy="799409"/>
          </a:xfrm>
        </p:grpSpPr>
        <p:sp>
          <p:nvSpPr>
            <p:cNvPr id="25" name="矩形 24"/>
            <p:cNvSpPr/>
            <p:nvPr>
              <p:custDataLst>
                <p:tags r:id="rId8"/>
              </p:custDataLst>
            </p:nvPr>
          </p:nvSpPr>
          <p:spPr>
            <a:xfrm>
              <a:off x="2677265" y="2446515"/>
              <a:ext cx="4497460" cy="34925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全流程数据采集，为质量追溯与工艺优化奠基。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9"/>
              </p:custDataLst>
            </p:nvPr>
          </p:nvSpPr>
          <p:spPr>
            <a:xfrm>
              <a:off x="2677265" y="1996356"/>
              <a:ext cx="3823970" cy="431800"/>
            </a:xfrm>
            <a:prstGeom prst="rect">
              <a:avLst/>
            </a:prstGeom>
          </p:spPr>
          <p:txBody>
            <a:bodyPr wrap="square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数据基座与可扩展架构</a:t>
              </a:r>
              <a:endPara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 rot="17994369">
            <a:off x="1874077" y="4206885"/>
            <a:ext cx="2084387" cy="42354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+mn-ea"/>
              </a:rPr>
              <a:t>闭环质量反馈控制</a:t>
            </a:r>
            <a:endParaRPr lang="zh-CN" altLang="en-US" dirty="0">
              <a:solidFill>
                <a:srgbClr val="151472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28" name="矩形 27"/>
          <p:cNvSpPr/>
          <p:nvPr/>
        </p:nvSpPr>
        <p:spPr>
          <a:xfrm rot="3525414">
            <a:off x="3221484" y="3722476"/>
            <a:ext cx="2084387" cy="7556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+mn-ea"/>
              </a:rPr>
              <a:t>工艺软件化与柔性执行</a:t>
            </a:r>
            <a:endParaRPr lang="zh-CN" altLang="en-US" dirty="0">
              <a:solidFill>
                <a:srgbClr val="151472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043035" y="4911214"/>
            <a:ext cx="2084387" cy="7556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+mn-ea"/>
              </a:rPr>
              <a:t>数据基座与可扩展架构</a:t>
            </a:r>
            <a:endParaRPr lang="zh-CN" altLang="en-US" dirty="0">
              <a:solidFill>
                <a:srgbClr val="151472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27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18916"/>
            <a:ext cx="12192000" cy="3651922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64784" y="3154684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尚酷简体" panose="03000509000000000000" pitchFamily="65" charset="-122"/>
                <a:ea typeface="方正尚酷简体" panose="03000509000000000000" pitchFamily="65" charset="-122"/>
              </a:rPr>
              <a:t>市场分析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92300" y="4286629"/>
            <a:ext cx="8407400" cy="517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We have many PowerPoint </a:t>
            </a:r>
            <a:r>
              <a:rPr lang="zh-CN" altLang="en-US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templates</a:t>
            </a:r>
            <a:r>
              <a:rPr lang="en-US" altLang="zh-CN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 that has been specifically designed to help anyone that is stepping into the world of PowerPoint for the very first time.</a:t>
            </a:r>
            <a:endParaRPr lang="zh-CN" altLang="en-US" sz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5" name="任意多边形: 形状 14"/>
          <p:cNvSpPr/>
          <p:nvPr/>
        </p:nvSpPr>
        <p:spPr>
          <a:xfrm>
            <a:off x="5021943" y="1321504"/>
            <a:ext cx="2148114" cy="1382640"/>
          </a:xfrm>
          <a:custGeom>
            <a:avLst/>
            <a:gdLst>
              <a:gd name="connsiteX0" fmla="*/ 0 w 4318004"/>
              <a:gd name="connsiteY0" fmla="*/ 3405519 h 3947521"/>
              <a:gd name="connsiteX1" fmla="*/ 4318004 w 4318004"/>
              <a:gd name="connsiteY1" fmla="*/ 3405519 h 3947521"/>
              <a:gd name="connsiteX2" fmla="*/ 2159002 w 4318004"/>
              <a:gd name="connsiteY2" fmla="*/ 3947521 h 3947521"/>
              <a:gd name="connsiteX3" fmla="*/ 0 w 4318004"/>
              <a:gd name="connsiteY3" fmla="*/ 0 h 3947521"/>
              <a:gd name="connsiteX4" fmla="*/ 4318004 w 4318004"/>
              <a:gd name="connsiteY4" fmla="*/ 0 h 3947521"/>
              <a:gd name="connsiteX5" fmla="*/ 4318004 w 4318004"/>
              <a:gd name="connsiteY5" fmla="*/ 1339228 h 3947521"/>
              <a:gd name="connsiteX6" fmla="*/ 4318004 w 4318004"/>
              <a:gd name="connsiteY6" fmla="*/ 2122339 h 3947521"/>
              <a:gd name="connsiteX7" fmla="*/ 4318004 w 4318004"/>
              <a:gd name="connsiteY7" fmla="*/ 3405518 h 3947521"/>
              <a:gd name="connsiteX8" fmla="*/ 0 w 4318004"/>
              <a:gd name="connsiteY8" fmla="*/ 3405518 h 3947521"/>
              <a:gd name="connsiteX9" fmla="*/ 0 w 4318004"/>
              <a:gd name="connsiteY9" fmla="*/ 2122339 h 3947521"/>
              <a:gd name="connsiteX10" fmla="*/ 0 w 4318004"/>
              <a:gd name="connsiteY10" fmla="*/ 1339228 h 3947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18004" h="3947521">
                <a:moveTo>
                  <a:pt x="0" y="3405519"/>
                </a:moveTo>
                <a:lnTo>
                  <a:pt x="4318004" y="3405519"/>
                </a:lnTo>
                <a:lnTo>
                  <a:pt x="2159002" y="3947521"/>
                </a:lnTo>
                <a:close/>
                <a:moveTo>
                  <a:pt x="0" y="0"/>
                </a:moveTo>
                <a:lnTo>
                  <a:pt x="4318004" y="0"/>
                </a:lnTo>
                <a:lnTo>
                  <a:pt x="4318004" y="1339228"/>
                </a:lnTo>
                <a:lnTo>
                  <a:pt x="4318004" y="2122339"/>
                </a:lnTo>
                <a:lnTo>
                  <a:pt x="4318004" y="3405518"/>
                </a:lnTo>
                <a:lnTo>
                  <a:pt x="0" y="3405518"/>
                </a:lnTo>
                <a:lnTo>
                  <a:pt x="0" y="2122339"/>
                </a:lnTo>
                <a:lnTo>
                  <a:pt x="0" y="1339228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02</a:t>
            </a:r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99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9827" y="37174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二、市场分析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7204710" y="1762760"/>
            <a:ext cx="3853815" cy="95440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市场规模与趋势</a:t>
            </a:r>
            <a:endParaRPr lang="zh-CN" altLang="en-US" sz="36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625" y="1204595"/>
            <a:ext cx="6675120" cy="5106670"/>
          </a:xfrm>
          <a:prstGeom prst="rect">
            <a:avLst/>
          </a:prstGeom>
        </p:spPr>
      </p:pic>
      <p:sp>
        <p:nvSpPr>
          <p:cNvPr id="119" name="文本框 118"/>
          <p:cNvSpPr txBox="1"/>
          <p:nvPr/>
        </p:nvSpPr>
        <p:spPr>
          <a:xfrm>
            <a:off x="6496685" y="2763520"/>
            <a:ext cx="5269865" cy="326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711200" fontAlgn="auto"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 b="1"/>
              <a:t>在</a:t>
            </a:r>
            <a:r>
              <a:rPr lang="en-US" altLang="zh-CN" sz="2800" b="1"/>
              <a:t>“</a:t>
            </a:r>
            <a:r>
              <a:rPr lang="zh-CN" altLang="en-US" sz="2800" b="1"/>
              <a:t>中国制造</a:t>
            </a:r>
            <a:r>
              <a:rPr lang="en-US" altLang="zh-CN" sz="2800" b="1"/>
              <a:t>2025”</a:t>
            </a:r>
            <a:r>
              <a:rPr lang="zh-CN" altLang="en-US" sz="2800" b="1"/>
              <a:t>与工业</a:t>
            </a:r>
            <a:r>
              <a:rPr lang="en-US" altLang="zh-CN" sz="2800" b="1"/>
              <a:t>4.0</a:t>
            </a:r>
            <a:r>
              <a:rPr lang="zh-CN" altLang="en-US" sz="2800" b="1"/>
              <a:t>趋势下，流程工业的数字化、精准化、可追溯性已成为核心竞争力。液体混合作为精细化工、生物医药等战略产业的共性工艺，其智能升级市场空间巨大。</a:t>
            </a:r>
            <a:endParaRPr lang="zh-CN" altLang="en-US" sz="2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0" y="2098675"/>
            <a:ext cx="6794500" cy="3943350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9827" y="37174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二、市场分析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2"/>
            </p:custDataLst>
          </p:nvPr>
        </p:nvGrpSpPr>
        <p:grpSpPr>
          <a:xfrm>
            <a:off x="8627746" y="2379981"/>
            <a:ext cx="2952750" cy="1405834"/>
            <a:chOff x="2677265" y="1894756"/>
            <a:chExt cx="2952750" cy="1405834"/>
          </a:xfrm>
        </p:grpSpPr>
        <p:sp>
          <p:nvSpPr>
            <p:cNvPr id="15" name="矩形 14"/>
            <p:cNvSpPr/>
            <p:nvPr>
              <p:custDataLst>
                <p:tags r:id="rId3"/>
              </p:custDataLst>
            </p:nvPr>
          </p:nvSpPr>
          <p:spPr>
            <a:xfrm>
              <a:off x="2677265" y="2490330"/>
              <a:ext cx="2952750" cy="81026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纸质记录，难以查询</a:t>
              </a:r>
              <a:r>
                <a:rPr lang="en-US" altLang="zh-CN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</a:t>
              </a:r>
              <a:r>
                <a:rPr lang="en-US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→</a:t>
              </a:r>
              <a:r>
                <a:rPr lang="en-US" altLang="zh-CN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</a:t>
              </a: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全自动数字化，一键溯源。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4"/>
              </p:custDataLst>
            </p:nvPr>
          </p:nvSpPr>
          <p:spPr>
            <a:xfrm>
              <a:off x="2677265" y="1894756"/>
              <a:ext cx="2084387" cy="53403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数据追溯</a:t>
              </a:r>
              <a:endParaRPr lang="zh-CN" altLang="en-US" sz="24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5"/>
            </p:custDataLst>
          </p:nvPr>
        </p:nvGrpSpPr>
        <p:grpSpPr>
          <a:xfrm>
            <a:off x="8904606" y="4488816"/>
            <a:ext cx="2952750" cy="1344239"/>
            <a:chOff x="2677265" y="1812841"/>
            <a:chExt cx="2952750" cy="1344239"/>
          </a:xfrm>
        </p:grpSpPr>
        <p:sp>
          <p:nvSpPr>
            <p:cNvPr id="18" name="矩形 17"/>
            <p:cNvSpPr/>
            <p:nvPr>
              <p:custDataLst>
                <p:tags r:id="rId6"/>
              </p:custDataLst>
            </p:nvPr>
          </p:nvSpPr>
          <p:spPr>
            <a:xfrm>
              <a:off x="2677265" y="2346820"/>
              <a:ext cx="2952750" cy="81026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工频恒速，浪费高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</a:t>
              </a:r>
              <a:r>
                <a:rPr lang="en-US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→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变频节能，降低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20-30%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7"/>
              </p:custDataLst>
            </p:nvPr>
          </p:nvSpPr>
          <p:spPr>
            <a:xfrm>
              <a:off x="2677265" y="1812841"/>
              <a:ext cx="2084387" cy="53403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能耗</a:t>
              </a:r>
              <a:endParaRPr lang="zh-CN" altLang="en-US" sz="24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8"/>
            </p:custDataLst>
          </p:nvPr>
        </p:nvGrpSpPr>
        <p:grpSpPr>
          <a:xfrm>
            <a:off x="811960" y="2390141"/>
            <a:ext cx="2952750" cy="1036264"/>
            <a:chOff x="2677265" y="1894756"/>
            <a:chExt cx="2952750" cy="1036264"/>
          </a:xfrm>
        </p:grpSpPr>
        <p:sp>
          <p:nvSpPr>
            <p:cNvPr id="21" name="矩形 20"/>
            <p:cNvSpPr/>
            <p:nvPr>
              <p:custDataLst>
                <p:tags r:id="rId9"/>
              </p:custDataLst>
            </p:nvPr>
          </p:nvSpPr>
          <p:spPr>
            <a:xfrm>
              <a:off x="2677265" y="2480170"/>
              <a:ext cx="2952750" cy="45085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±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2-5% </a:t>
              </a:r>
              <a:r>
                <a:rPr lang="en-US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→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提升至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</a:t>
              </a:r>
              <a:r>
                <a:rPr lang="en-US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±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0.5%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10"/>
              </p:custDataLst>
            </p:nvPr>
          </p:nvSpPr>
          <p:spPr>
            <a:xfrm>
              <a:off x="2734415" y="1894756"/>
              <a:ext cx="2084387" cy="53403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控制精度</a:t>
              </a:r>
              <a:endParaRPr lang="zh-CN" altLang="en-US" sz="24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11"/>
            </p:custDataLst>
          </p:nvPr>
        </p:nvGrpSpPr>
        <p:grpSpPr>
          <a:xfrm>
            <a:off x="869110" y="4488816"/>
            <a:ext cx="2952750" cy="1344239"/>
            <a:chOff x="2677265" y="1812841"/>
            <a:chExt cx="2952750" cy="1344239"/>
          </a:xfrm>
        </p:grpSpPr>
        <p:sp>
          <p:nvSpPr>
            <p:cNvPr id="24" name="矩形 23"/>
            <p:cNvSpPr/>
            <p:nvPr>
              <p:custDataLst>
                <p:tags r:id="rId12"/>
              </p:custDataLst>
            </p:nvPr>
          </p:nvSpPr>
          <p:spPr>
            <a:xfrm>
              <a:off x="2677265" y="2346820"/>
              <a:ext cx="2952750" cy="81026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数小时机械调整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</a:t>
              </a:r>
              <a:r>
                <a:rPr lang="en-US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→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&lt;10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分钟一键切换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3"/>
              </p:custDataLst>
            </p:nvPr>
          </p:nvSpPr>
          <p:spPr>
            <a:xfrm>
              <a:off x="2677265" y="1812841"/>
              <a:ext cx="2084387" cy="53403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换产柔性</a:t>
              </a:r>
              <a:endParaRPr lang="zh-CN" altLang="en-US" sz="24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873500" y="1531620"/>
            <a:ext cx="5155565" cy="93027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zh-CN" altLang="en-US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传统工艺</a:t>
            </a:r>
            <a:r>
              <a:rPr lang="en-US" altLang="zh-CN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vs </a:t>
            </a:r>
            <a:r>
              <a:rPr lang="zh-CN" altLang="en-US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智能系统</a:t>
            </a:r>
            <a:endParaRPr lang="zh-CN" altLang="en-US" sz="36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18916"/>
            <a:ext cx="12192000" cy="3651922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10622" y="3154684"/>
            <a:ext cx="55707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尚酷简体" panose="03000509000000000000" pitchFamily="65" charset="-122"/>
                <a:ea typeface="方正尚酷简体" panose="03000509000000000000" pitchFamily="65" charset="-122"/>
              </a:rPr>
              <a:t>风险分析及对策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92300" y="4286629"/>
            <a:ext cx="8407400" cy="517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We have many PowerPoint </a:t>
            </a:r>
            <a:r>
              <a:rPr lang="zh-CN" altLang="en-US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templates</a:t>
            </a:r>
            <a:r>
              <a:rPr lang="en-US" altLang="zh-CN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 that has been specifically designed to help anyone that is stepping into the world of PowerPoint for the very first time.</a:t>
            </a:r>
            <a:endParaRPr lang="zh-CN" altLang="en-US" sz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5" name="任意多边形: 形状 14"/>
          <p:cNvSpPr/>
          <p:nvPr/>
        </p:nvSpPr>
        <p:spPr>
          <a:xfrm>
            <a:off x="5021943" y="1321504"/>
            <a:ext cx="2148114" cy="1382640"/>
          </a:xfrm>
          <a:custGeom>
            <a:avLst/>
            <a:gdLst>
              <a:gd name="connsiteX0" fmla="*/ 0 w 4318004"/>
              <a:gd name="connsiteY0" fmla="*/ 3405519 h 3947521"/>
              <a:gd name="connsiteX1" fmla="*/ 4318004 w 4318004"/>
              <a:gd name="connsiteY1" fmla="*/ 3405519 h 3947521"/>
              <a:gd name="connsiteX2" fmla="*/ 2159002 w 4318004"/>
              <a:gd name="connsiteY2" fmla="*/ 3947521 h 3947521"/>
              <a:gd name="connsiteX3" fmla="*/ 0 w 4318004"/>
              <a:gd name="connsiteY3" fmla="*/ 0 h 3947521"/>
              <a:gd name="connsiteX4" fmla="*/ 4318004 w 4318004"/>
              <a:gd name="connsiteY4" fmla="*/ 0 h 3947521"/>
              <a:gd name="connsiteX5" fmla="*/ 4318004 w 4318004"/>
              <a:gd name="connsiteY5" fmla="*/ 1339228 h 3947521"/>
              <a:gd name="connsiteX6" fmla="*/ 4318004 w 4318004"/>
              <a:gd name="connsiteY6" fmla="*/ 2122339 h 3947521"/>
              <a:gd name="connsiteX7" fmla="*/ 4318004 w 4318004"/>
              <a:gd name="connsiteY7" fmla="*/ 3405518 h 3947521"/>
              <a:gd name="connsiteX8" fmla="*/ 0 w 4318004"/>
              <a:gd name="connsiteY8" fmla="*/ 3405518 h 3947521"/>
              <a:gd name="connsiteX9" fmla="*/ 0 w 4318004"/>
              <a:gd name="connsiteY9" fmla="*/ 2122339 h 3947521"/>
              <a:gd name="connsiteX10" fmla="*/ 0 w 4318004"/>
              <a:gd name="connsiteY10" fmla="*/ 1339228 h 3947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18004" h="3947521">
                <a:moveTo>
                  <a:pt x="0" y="3405519"/>
                </a:moveTo>
                <a:lnTo>
                  <a:pt x="4318004" y="3405519"/>
                </a:lnTo>
                <a:lnTo>
                  <a:pt x="2159002" y="3947521"/>
                </a:lnTo>
                <a:close/>
                <a:moveTo>
                  <a:pt x="0" y="0"/>
                </a:moveTo>
                <a:lnTo>
                  <a:pt x="4318004" y="0"/>
                </a:lnTo>
                <a:lnTo>
                  <a:pt x="4318004" y="1339228"/>
                </a:lnTo>
                <a:lnTo>
                  <a:pt x="4318004" y="2122339"/>
                </a:lnTo>
                <a:lnTo>
                  <a:pt x="4318004" y="3405518"/>
                </a:lnTo>
                <a:lnTo>
                  <a:pt x="0" y="3405518"/>
                </a:lnTo>
                <a:lnTo>
                  <a:pt x="0" y="2122339"/>
                </a:lnTo>
                <a:lnTo>
                  <a:pt x="0" y="1339228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03</a:t>
            </a:r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99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装饰  6"/>
          <p:cNvSpPr>
            <a:spLocks noGrp="1"/>
          </p:cNvSpPr>
          <p:nvPr>
            <p:ph type="body" idx="16392"/>
            <p:custDataLst>
              <p:tags r:id="rId1"/>
            </p:custDataLst>
          </p:nvPr>
        </p:nvSpPr>
        <p:spPr>
          <a:xfrm>
            <a:off x="717550" y="1524000"/>
            <a:ext cx="10972800" cy="14732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系统应具备完善的报警功能，当出现电机过载、变频器报警等异常情况时，能够及时发出警报并采取相应的保护措施。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4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系统的工艺应符合相关标准，接地稳定，走线横平竖直，主电源和控制电源独立走线，移动部分的线缠绕胶管，螺丝紧固并加弹簧垫片，电机运作时发热不明显，电柜排气扇便于确认风向。</a:t>
            </a:r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 rot="18900000">
            <a:off x="390042" y="428818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50462" y="466997"/>
            <a:ext cx="5676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三、风险分析及对策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09750" y="2057400"/>
            <a:ext cx="9702165" cy="67119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indent="406400" fontAlgn="auto">
              <a:lnSpc>
                <a:spcPct val="130000"/>
              </a:lnSpc>
              <a:spcAft>
                <a:spcPts val="800"/>
              </a:spcAft>
              <a:buSzPct val="25000"/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通过前瞻性设计、严格的供应链管理、本质安全工程及完善的客户培训，将项目风险控制在可接受范围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animBg="1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9827" y="37174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三、风险分析及对策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3923526" y="2127763"/>
            <a:ext cx="458993" cy="724499"/>
            <a:chOff x="2366682" y="478858"/>
            <a:chExt cx="855233" cy="1349943"/>
          </a:xfrm>
        </p:grpSpPr>
        <p:cxnSp>
          <p:nvCxnSpPr>
            <p:cNvPr id="7" name="直接连接符 6"/>
            <p:cNvCxnSpPr/>
            <p:nvPr>
              <p:custDataLst>
                <p:tags r:id="rId2"/>
              </p:custDataLst>
            </p:nvPr>
          </p:nvCxnSpPr>
          <p:spPr>
            <a:xfrm flipV="1">
              <a:off x="2366682" y="774550"/>
              <a:ext cx="817581" cy="1054251"/>
            </a:xfrm>
            <a:prstGeom prst="line">
              <a:avLst/>
            </a:prstGeom>
            <a:ln w="0">
              <a:solidFill>
                <a:srgbClr val="151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>
              <p:custDataLst>
                <p:tags r:id="rId3"/>
              </p:custDataLst>
            </p:nvPr>
          </p:nvCxnSpPr>
          <p:spPr>
            <a:xfrm flipV="1">
              <a:off x="2441986" y="478858"/>
              <a:ext cx="779929" cy="1005699"/>
            </a:xfrm>
            <a:prstGeom prst="line">
              <a:avLst/>
            </a:prstGeom>
            <a:ln w="0">
              <a:solidFill>
                <a:srgbClr val="151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8050248" y="2127763"/>
            <a:ext cx="458993" cy="724499"/>
            <a:chOff x="2366682" y="478858"/>
            <a:chExt cx="855233" cy="1349943"/>
          </a:xfrm>
        </p:grpSpPr>
        <p:cxnSp>
          <p:nvCxnSpPr>
            <p:cNvPr id="10" name="直接连接符 9"/>
            <p:cNvCxnSpPr/>
            <p:nvPr>
              <p:custDataLst>
                <p:tags r:id="rId5"/>
              </p:custDataLst>
            </p:nvPr>
          </p:nvCxnSpPr>
          <p:spPr>
            <a:xfrm flipV="1">
              <a:off x="2366682" y="774550"/>
              <a:ext cx="817581" cy="1054251"/>
            </a:xfrm>
            <a:prstGeom prst="line">
              <a:avLst/>
            </a:prstGeom>
            <a:ln w="0">
              <a:solidFill>
                <a:srgbClr val="151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>
              <p:custDataLst>
                <p:tags r:id="rId6"/>
              </p:custDataLst>
            </p:nvPr>
          </p:nvCxnSpPr>
          <p:spPr>
            <a:xfrm flipV="1">
              <a:off x="2441986" y="478858"/>
              <a:ext cx="779929" cy="1005699"/>
            </a:xfrm>
            <a:prstGeom prst="line">
              <a:avLst/>
            </a:prstGeom>
            <a:ln w="0">
              <a:solidFill>
                <a:srgbClr val="1514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>
            <p:custDataLst>
              <p:tags r:id="rId7"/>
            </p:custDataLst>
          </p:nvPr>
        </p:nvGrpSpPr>
        <p:grpSpPr>
          <a:xfrm>
            <a:off x="421960" y="3387589"/>
            <a:ext cx="3873500" cy="2611811"/>
            <a:chOff x="441010" y="2303156"/>
            <a:chExt cx="3873500" cy="2611811"/>
          </a:xfrm>
        </p:grpSpPr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441010" y="2303156"/>
              <a:ext cx="3873500" cy="547370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Segoe UI" panose="020B0502040204020203" pitchFamily="34" charset="0"/>
                </a:rPr>
                <a:t>技术风险：</a:t>
              </a:r>
              <a:r>
                <a:rPr lang="en-US" altLang="zh-CN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Segoe UI" panose="020B0502040204020203" pitchFamily="34" charset="0"/>
                </a:rPr>
                <a:t> </a:t>
              </a:r>
              <a:endParaRPr lang="en-US" altLang="zh-CN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Segoe UI" panose="020B0502040204020203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Segoe UI" panose="020B0502040204020203" pitchFamily="34" charset="0"/>
                </a:rPr>
                <a:t>混合不均或精度受干扰。</a:t>
              </a:r>
              <a:endParaRPr lang="zh-CN" altLang="en-US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Segoe UI" panose="020B0502040204020203" pitchFamily="34" charset="0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9"/>
              </p:custDataLst>
            </p:nvPr>
          </p:nvSpPr>
          <p:spPr>
            <a:xfrm>
              <a:off x="831043" y="3744662"/>
              <a:ext cx="2753072" cy="11703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· </a:t>
              </a:r>
              <a:r>
                <a:rPr lang="zh-CN" altLang="en-US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对策：</a:t>
              </a:r>
              <a:r>
                <a:rPr lang="en-US" altLang="zh-CN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CFD</a:t>
              </a:r>
              <a:r>
                <a:rPr lang="zh-CN" altLang="en-US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流体模拟</a:t>
              </a:r>
              <a:r>
                <a:rPr lang="en-US" altLang="zh-CN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+ </a:t>
              </a:r>
              <a:r>
                <a:rPr lang="zh-CN" altLang="en-US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高级滤波算法</a:t>
              </a:r>
              <a:r>
                <a:rPr lang="en-US" altLang="zh-CN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+ </a:t>
              </a:r>
              <a:r>
                <a:rPr lang="zh-CN" altLang="en-US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稳固机械设计。</a:t>
              </a:r>
              <a:endParaRPr lang="zh-CN" altLang="en-US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0"/>
            </p:custDataLst>
          </p:nvPr>
        </p:nvGrpSpPr>
        <p:grpSpPr>
          <a:xfrm>
            <a:off x="4295725" y="3430134"/>
            <a:ext cx="4082415" cy="2569266"/>
            <a:chOff x="4314775" y="2345701"/>
            <a:chExt cx="4082415" cy="2569266"/>
          </a:xfrm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4314775" y="2345701"/>
              <a:ext cx="4082415" cy="553720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Segoe UI" panose="020B0502040204020203" pitchFamily="34" charset="0"/>
                </a:rPr>
                <a:t>供应链风险：</a:t>
              </a:r>
              <a:endParaRPr lang="en-US" altLang="zh-CN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Segoe UI" panose="020B0502040204020203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Segoe UI" panose="020B0502040204020203" pitchFamily="34" charset="0"/>
                </a:rPr>
                <a:t>进口关键传感器交货延期。</a:t>
              </a:r>
              <a:endParaRPr lang="zh-CN" altLang="en-US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Segoe UI" panose="020B0502040204020203" pitchFamily="34" charset="0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>
              <a:off x="4719464" y="3744662"/>
              <a:ext cx="2753072" cy="11703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· </a:t>
              </a:r>
              <a:r>
                <a:rPr lang="zh-CN" altLang="en-US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对策：</a:t>
              </a:r>
              <a:r>
                <a:rPr lang="en-US" altLang="zh-CN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</a:t>
              </a:r>
              <a:r>
                <a:rPr lang="zh-CN" altLang="en-US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多元化品牌采购</a:t>
              </a:r>
              <a:r>
                <a:rPr lang="en-US" altLang="zh-CN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+ </a:t>
              </a:r>
              <a:r>
                <a:rPr lang="zh-CN" altLang="en-US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长周期物料提前下单。</a:t>
              </a:r>
              <a:endParaRPr lang="zh-CN" altLang="en-US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3"/>
            </p:custDataLst>
          </p:nvPr>
        </p:nvGrpSpPr>
        <p:grpSpPr>
          <a:xfrm>
            <a:off x="8760193" y="3387589"/>
            <a:ext cx="3195176" cy="2611811"/>
            <a:chOff x="8779243" y="2303156"/>
            <a:chExt cx="3195176" cy="2611811"/>
          </a:xfrm>
        </p:grpSpPr>
        <p:sp>
          <p:nvSpPr>
            <p:cNvPr id="19" name="矩形 18"/>
            <p:cNvSpPr/>
            <p:nvPr>
              <p:custDataLst>
                <p:tags r:id="rId14"/>
              </p:custDataLst>
            </p:nvPr>
          </p:nvSpPr>
          <p:spPr>
            <a:xfrm>
              <a:off x="8870539" y="2303156"/>
              <a:ext cx="3103880" cy="10147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Segoe UI" panose="020B0502040204020203" pitchFamily="34" charset="0"/>
                </a:rPr>
                <a:t>安全风险：</a:t>
              </a:r>
              <a:endParaRPr lang="zh-CN" altLang="en-US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Segoe UI" panose="020B0502040204020203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Segoe UI" panose="020B0502040204020203" pitchFamily="34" charset="0"/>
                </a:rPr>
                <a:t> </a:t>
              </a:r>
              <a:r>
                <a:rPr lang="zh-CN" altLang="en-US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Segoe UI" panose="020B0502040204020203" pitchFamily="34" charset="0"/>
                </a:rPr>
                <a:t>处理危险物料可能泄漏。</a:t>
              </a:r>
              <a:endParaRPr lang="zh-CN" altLang="en-US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Segoe UI" panose="020B0502040204020203" pitchFamily="34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5"/>
              </p:custDataLst>
            </p:nvPr>
          </p:nvSpPr>
          <p:spPr>
            <a:xfrm>
              <a:off x="8779243" y="3744662"/>
              <a:ext cx="2753072" cy="11703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2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·</a:t>
              </a:r>
              <a:r>
                <a:rPr lang="en-US" altLang="zh-CN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</a:t>
              </a:r>
              <a:r>
                <a:rPr lang="zh-CN" altLang="en-US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对策：</a:t>
              </a:r>
              <a:r>
                <a:rPr lang="en-US" altLang="zh-CN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</a:t>
              </a:r>
              <a:r>
                <a:rPr lang="zh-CN" altLang="en-US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防爆设计</a:t>
              </a:r>
              <a:r>
                <a:rPr lang="en-US" altLang="zh-CN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+ </a:t>
              </a:r>
              <a:r>
                <a:rPr lang="zh-CN" altLang="en-US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泄漏检测仪</a:t>
              </a:r>
              <a:r>
                <a:rPr lang="en-US" altLang="zh-CN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 + </a:t>
              </a:r>
              <a:r>
                <a:rPr lang="zh-CN" altLang="en-US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程序安全联锁</a:t>
              </a:r>
              <a:r>
                <a:rPr lang="zh-CN" altLang="en-US" sz="12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。</a:t>
              </a:r>
              <a:endParaRPr lang="zh-CN" altLang="en-US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359288" y="1449705"/>
            <a:ext cx="1592828" cy="1592826"/>
            <a:chOff x="1321823" y="1821962"/>
            <a:chExt cx="1592828" cy="1592826"/>
          </a:xfrm>
        </p:grpSpPr>
        <p:sp>
          <p:nvSpPr>
            <p:cNvPr id="22" name="椭圆 21"/>
            <p:cNvSpPr/>
            <p:nvPr>
              <p:custDataLst>
                <p:tags r:id="rId17"/>
              </p:custDataLst>
            </p:nvPr>
          </p:nvSpPr>
          <p:spPr>
            <a:xfrm>
              <a:off x="1321823" y="1821962"/>
              <a:ext cx="1592828" cy="1592826"/>
            </a:xfrm>
            <a:prstGeom prst="ellips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Segoe UI" panose="020B0502040204020203" pitchFamily="34" charset="0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23" name="Freeform 273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1824048" y="2370567"/>
              <a:ext cx="588378" cy="495616"/>
            </a:xfrm>
            <a:custGeom>
              <a:avLst/>
              <a:gdLst>
                <a:gd name="T0" fmla="*/ 66 w 94"/>
                <a:gd name="T1" fmla="*/ 8 h 79"/>
                <a:gd name="T2" fmla="*/ 78 w 94"/>
                <a:gd name="T3" fmla="*/ 34 h 79"/>
                <a:gd name="T4" fmla="*/ 94 w 94"/>
                <a:gd name="T5" fmla="*/ 52 h 79"/>
                <a:gd name="T6" fmla="*/ 83 w 94"/>
                <a:gd name="T7" fmla="*/ 68 h 79"/>
                <a:gd name="T8" fmla="*/ 84 w 94"/>
                <a:gd name="T9" fmla="*/ 75 h 79"/>
                <a:gd name="T10" fmla="*/ 78 w 94"/>
                <a:gd name="T11" fmla="*/ 77 h 79"/>
                <a:gd name="T12" fmla="*/ 70 w 94"/>
                <a:gd name="T13" fmla="*/ 72 h 79"/>
                <a:gd name="T14" fmla="*/ 70 w 94"/>
                <a:gd name="T15" fmla="*/ 72 h 79"/>
                <a:gd name="T16" fmla="*/ 46 w 94"/>
                <a:gd name="T17" fmla="*/ 67 h 79"/>
                <a:gd name="T18" fmla="*/ 33 w 94"/>
                <a:gd name="T19" fmla="*/ 55 h 79"/>
                <a:gd name="T20" fmla="*/ 19 w 94"/>
                <a:gd name="T21" fmla="*/ 63 h 79"/>
                <a:gd name="T22" fmla="*/ 14 w 94"/>
                <a:gd name="T23" fmla="*/ 61 h 79"/>
                <a:gd name="T24" fmla="*/ 15 w 94"/>
                <a:gd name="T25" fmla="*/ 50 h 79"/>
                <a:gd name="T26" fmla="*/ 0 w 94"/>
                <a:gd name="T27" fmla="*/ 28 h 79"/>
                <a:gd name="T28" fmla="*/ 39 w 94"/>
                <a:gd name="T29" fmla="*/ 0 h 79"/>
                <a:gd name="T30" fmla="*/ 74 w 94"/>
                <a:gd name="T31" fmla="*/ 52 h 79"/>
                <a:gd name="T32" fmla="*/ 79 w 94"/>
                <a:gd name="T33" fmla="*/ 52 h 79"/>
                <a:gd name="T34" fmla="*/ 66 w 94"/>
                <a:gd name="T35" fmla="*/ 50 h 79"/>
                <a:gd name="T36" fmla="*/ 66 w 94"/>
                <a:gd name="T37" fmla="*/ 55 h 79"/>
                <a:gd name="T38" fmla="*/ 66 w 94"/>
                <a:gd name="T39" fmla="*/ 50 h 79"/>
                <a:gd name="T40" fmla="*/ 23 w 94"/>
                <a:gd name="T41" fmla="*/ 28 h 79"/>
                <a:gd name="T42" fmla="*/ 29 w 94"/>
                <a:gd name="T43" fmla="*/ 28 h 79"/>
                <a:gd name="T44" fmla="*/ 51 w 94"/>
                <a:gd name="T45" fmla="*/ 25 h 79"/>
                <a:gd name="T46" fmla="*/ 51 w 94"/>
                <a:gd name="T47" fmla="*/ 31 h 79"/>
                <a:gd name="T48" fmla="*/ 51 w 94"/>
                <a:gd name="T49" fmla="*/ 25 h 79"/>
                <a:gd name="T50" fmla="*/ 35 w 94"/>
                <a:gd name="T51" fmla="*/ 28 h 79"/>
                <a:gd name="T52" fmla="*/ 41 w 94"/>
                <a:gd name="T53" fmla="*/ 28 h 79"/>
                <a:gd name="T54" fmla="*/ 75 w 94"/>
                <a:gd name="T55" fmla="*/ 39 h 79"/>
                <a:gd name="T56" fmla="*/ 44 w 94"/>
                <a:gd name="T57" fmla="*/ 55 h 79"/>
                <a:gd name="T58" fmla="*/ 65 w 94"/>
                <a:gd name="T59" fmla="*/ 66 h 79"/>
                <a:gd name="T60" fmla="*/ 69 w 94"/>
                <a:gd name="T61" fmla="*/ 66 h 79"/>
                <a:gd name="T62" fmla="*/ 76 w 94"/>
                <a:gd name="T63" fmla="*/ 66 h 79"/>
                <a:gd name="T64" fmla="*/ 77 w 94"/>
                <a:gd name="T65" fmla="*/ 66 h 79"/>
                <a:gd name="T66" fmla="*/ 85 w 94"/>
                <a:gd name="T67" fmla="*/ 58 h 79"/>
                <a:gd name="T68" fmla="*/ 81 w 94"/>
                <a:gd name="T69" fmla="*/ 42 h 79"/>
                <a:gd name="T70" fmla="*/ 63 w 94"/>
                <a:gd name="T71" fmla="*/ 13 h 79"/>
                <a:gd name="T72" fmla="*/ 15 w 94"/>
                <a:gd name="T73" fmla="*/ 13 h 79"/>
                <a:gd name="T74" fmla="*/ 10 w 94"/>
                <a:gd name="T75" fmla="*/ 37 h 79"/>
                <a:gd name="T76" fmla="*/ 21 w 94"/>
                <a:gd name="T77" fmla="*/ 48 h 79"/>
                <a:gd name="T78" fmla="*/ 25 w 94"/>
                <a:gd name="T79" fmla="*/ 49 h 79"/>
                <a:gd name="T80" fmla="*/ 34 w 94"/>
                <a:gd name="T81" fmla="*/ 49 h 79"/>
                <a:gd name="T82" fmla="*/ 63 w 94"/>
                <a:gd name="T83" fmla="*/ 43 h 79"/>
                <a:gd name="T84" fmla="*/ 63 w 94"/>
                <a:gd name="T85" fmla="*/ 13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" h="79">
                  <a:moveTo>
                    <a:pt x="39" y="0"/>
                  </a:moveTo>
                  <a:cubicBezTo>
                    <a:pt x="50" y="0"/>
                    <a:pt x="59" y="3"/>
                    <a:pt x="66" y="8"/>
                  </a:cubicBezTo>
                  <a:cubicBezTo>
                    <a:pt x="74" y="13"/>
                    <a:pt x="78" y="20"/>
                    <a:pt x="78" y="28"/>
                  </a:cubicBezTo>
                  <a:cubicBezTo>
                    <a:pt x="78" y="30"/>
                    <a:pt x="78" y="32"/>
                    <a:pt x="78" y="34"/>
                  </a:cubicBezTo>
                  <a:cubicBezTo>
                    <a:pt x="80" y="34"/>
                    <a:pt x="83" y="36"/>
                    <a:pt x="85" y="37"/>
                  </a:cubicBezTo>
                  <a:cubicBezTo>
                    <a:pt x="90" y="41"/>
                    <a:pt x="94" y="46"/>
                    <a:pt x="94" y="52"/>
                  </a:cubicBezTo>
                  <a:cubicBezTo>
                    <a:pt x="94" y="55"/>
                    <a:pt x="92" y="59"/>
                    <a:pt x="90" y="62"/>
                  </a:cubicBezTo>
                  <a:cubicBezTo>
                    <a:pt x="88" y="64"/>
                    <a:pt x="86" y="66"/>
                    <a:pt x="83" y="68"/>
                  </a:cubicBezTo>
                  <a:cubicBezTo>
                    <a:pt x="84" y="75"/>
                    <a:pt x="84" y="75"/>
                    <a:pt x="84" y="75"/>
                  </a:cubicBezTo>
                  <a:cubicBezTo>
                    <a:pt x="84" y="75"/>
                    <a:pt x="84" y="75"/>
                    <a:pt x="84" y="75"/>
                  </a:cubicBezTo>
                  <a:cubicBezTo>
                    <a:pt x="84" y="76"/>
                    <a:pt x="83" y="77"/>
                    <a:pt x="83" y="77"/>
                  </a:cubicBezTo>
                  <a:cubicBezTo>
                    <a:pt x="82" y="79"/>
                    <a:pt x="80" y="79"/>
                    <a:pt x="78" y="77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2" y="72"/>
                    <a:pt x="71" y="72"/>
                    <a:pt x="70" y="72"/>
                  </a:cubicBezTo>
                  <a:cubicBezTo>
                    <a:pt x="70" y="72"/>
                    <a:pt x="70" y="72"/>
                    <a:pt x="70" y="72"/>
                  </a:cubicBezTo>
                  <a:cubicBezTo>
                    <a:pt x="70" y="72"/>
                    <a:pt x="70" y="72"/>
                    <a:pt x="70" y="72"/>
                  </a:cubicBezTo>
                  <a:cubicBezTo>
                    <a:pt x="68" y="72"/>
                    <a:pt x="67" y="72"/>
                    <a:pt x="65" y="72"/>
                  </a:cubicBezTo>
                  <a:cubicBezTo>
                    <a:pt x="58" y="72"/>
                    <a:pt x="51" y="70"/>
                    <a:pt x="46" y="67"/>
                  </a:cubicBezTo>
                  <a:cubicBezTo>
                    <a:pt x="41" y="64"/>
                    <a:pt x="38" y="60"/>
                    <a:pt x="37" y="55"/>
                  </a:cubicBezTo>
                  <a:cubicBezTo>
                    <a:pt x="36" y="55"/>
                    <a:pt x="34" y="55"/>
                    <a:pt x="33" y="55"/>
                  </a:cubicBezTo>
                  <a:cubicBezTo>
                    <a:pt x="31" y="55"/>
                    <a:pt x="30" y="55"/>
                    <a:pt x="28" y="54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4"/>
                    <a:pt x="15" y="63"/>
                  </a:cubicBezTo>
                  <a:cubicBezTo>
                    <a:pt x="15" y="63"/>
                    <a:pt x="14" y="62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1" y="47"/>
                    <a:pt x="7" y="44"/>
                    <a:pt x="5" y="41"/>
                  </a:cubicBezTo>
                  <a:cubicBezTo>
                    <a:pt x="2" y="37"/>
                    <a:pt x="0" y="32"/>
                    <a:pt x="0" y="28"/>
                  </a:cubicBezTo>
                  <a:cubicBezTo>
                    <a:pt x="0" y="20"/>
                    <a:pt x="5" y="13"/>
                    <a:pt x="12" y="8"/>
                  </a:cubicBezTo>
                  <a:cubicBezTo>
                    <a:pt x="19" y="3"/>
                    <a:pt x="29" y="0"/>
                    <a:pt x="39" y="0"/>
                  </a:cubicBezTo>
                  <a:close/>
                  <a:moveTo>
                    <a:pt x="76" y="50"/>
                  </a:moveTo>
                  <a:cubicBezTo>
                    <a:pt x="75" y="50"/>
                    <a:pt x="74" y="51"/>
                    <a:pt x="74" y="52"/>
                  </a:cubicBezTo>
                  <a:cubicBezTo>
                    <a:pt x="74" y="54"/>
                    <a:pt x="75" y="55"/>
                    <a:pt x="76" y="55"/>
                  </a:cubicBezTo>
                  <a:cubicBezTo>
                    <a:pt x="78" y="55"/>
                    <a:pt x="79" y="54"/>
                    <a:pt x="79" y="52"/>
                  </a:cubicBezTo>
                  <a:cubicBezTo>
                    <a:pt x="79" y="51"/>
                    <a:pt x="78" y="50"/>
                    <a:pt x="76" y="50"/>
                  </a:cubicBezTo>
                  <a:close/>
                  <a:moveTo>
                    <a:pt x="66" y="50"/>
                  </a:moveTo>
                  <a:cubicBezTo>
                    <a:pt x="65" y="50"/>
                    <a:pt x="64" y="51"/>
                    <a:pt x="64" y="52"/>
                  </a:cubicBezTo>
                  <a:cubicBezTo>
                    <a:pt x="64" y="54"/>
                    <a:pt x="65" y="55"/>
                    <a:pt x="66" y="55"/>
                  </a:cubicBezTo>
                  <a:cubicBezTo>
                    <a:pt x="68" y="55"/>
                    <a:pt x="69" y="54"/>
                    <a:pt x="69" y="52"/>
                  </a:cubicBezTo>
                  <a:cubicBezTo>
                    <a:pt x="69" y="51"/>
                    <a:pt x="68" y="50"/>
                    <a:pt x="66" y="50"/>
                  </a:cubicBezTo>
                  <a:close/>
                  <a:moveTo>
                    <a:pt x="26" y="25"/>
                  </a:moveTo>
                  <a:cubicBezTo>
                    <a:pt x="24" y="25"/>
                    <a:pt x="23" y="26"/>
                    <a:pt x="23" y="28"/>
                  </a:cubicBezTo>
                  <a:cubicBezTo>
                    <a:pt x="23" y="29"/>
                    <a:pt x="24" y="31"/>
                    <a:pt x="26" y="31"/>
                  </a:cubicBezTo>
                  <a:cubicBezTo>
                    <a:pt x="28" y="31"/>
                    <a:pt x="29" y="29"/>
                    <a:pt x="29" y="28"/>
                  </a:cubicBezTo>
                  <a:cubicBezTo>
                    <a:pt x="29" y="26"/>
                    <a:pt x="28" y="25"/>
                    <a:pt x="26" y="25"/>
                  </a:cubicBezTo>
                  <a:close/>
                  <a:moveTo>
                    <a:pt x="51" y="25"/>
                  </a:moveTo>
                  <a:cubicBezTo>
                    <a:pt x="49" y="25"/>
                    <a:pt x="48" y="26"/>
                    <a:pt x="48" y="28"/>
                  </a:cubicBezTo>
                  <a:cubicBezTo>
                    <a:pt x="48" y="29"/>
                    <a:pt x="49" y="31"/>
                    <a:pt x="51" y="31"/>
                  </a:cubicBezTo>
                  <a:cubicBezTo>
                    <a:pt x="53" y="31"/>
                    <a:pt x="54" y="29"/>
                    <a:pt x="54" y="28"/>
                  </a:cubicBezTo>
                  <a:cubicBezTo>
                    <a:pt x="54" y="26"/>
                    <a:pt x="53" y="25"/>
                    <a:pt x="51" y="25"/>
                  </a:cubicBezTo>
                  <a:close/>
                  <a:moveTo>
                    <a:pt x="38" y="25"/>
                  </a:moveTo>
                  <a:cubicBezTo>
                    <a:pt x="36" y="25"/>
                    <a:pt x="35" y="26"/>
                    <a:pt x="35" y="28"/>
                  </a:cubicBezTo>
                  <a:cubicBezTo>
                    <a:pt x="35" y="29"/>
                    <a:pt x="36" y="31"/>
                    <a:pt x="38" y="31"/>
                  </a:cubicBezTo>
                  <a:cubicBezTo>
                    <a:pt x="40" y="31"/>
                    <a:pt x="41" y="29"/>
                    <a:pt x="41" y="28"/>
                  </a:cubicBezTo>
                  <a:cubicBezTo>
                    <a:pt x="41" y="26"/>
                    <a:pt x="40" y="25"/>
                    <a:pt x="38" y="25"/>
                  </a:cubicBezTo>
                  <a:close/>
                  <a:moveTo>
                    <a:pt x="75" y="39"/>
                  </a:moveTo>
                  <a:cubicBezTo>
                    <a:pt x="73" y="42"/>
                    <a:pt x="70" y="45"/>
                    <a:pt x="66" y="48"/>
                  </a:cubicBezTo>
                  <a:cubicBezTo>
                    <a:pt x="60" y="52"/>
                    <a:pt x="52" y="55"/>
                    <a:pt x="44" y="55"/>
                  </a:cubicBezTo>
                  <a:cubicBezTo>
                    <a:pt x="45" y="58"/>
                    <a:pt x="47" y="60"/>
                    <a:pt x="49" y="62"/>
                  </a:cubicBezTo>
                  <a:cubicBezTo>
                    <a:pt x="53" y="64"/>
                    <a:pt x="59" y="66"/>
                    <a:pt x="65" y="66"/>
                  </a:cubicBezTo>
                  <a:cubicBezTo>
                    <a:pt x="67" y="66"/>
                    <a:pt x="68" y="66"/>
                    <a:pt x="69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70" y="66"/>
                    <a:pt x="72" y="66"/>
                    <a:pt x="73" y="65"/>
                  </a:cubicBezTo>
                  <a:cubicBezTo>
                    <a:pt x="74" y="65"/>
                    <a:pt x="75" y="65"/>
                    <a:pt x="76" y="66"/>
                  </a:cubicBezTo>
                  <a:cubicBezTo>
                    <a:pt x="77" y="68"/>
                    <a:pt x="77" y="68"/>
                    <a:pt x="77" y="68"/>
                  </a:cubicBezTo>
                  <a:cubicBezTo>
                    <a:pt x="77" y="66"/>
                    <a:pt x="77" y="66"/>
                    <a:pt x="77" y="66"/>
                  </a:cubicBezTo>
                  <a:cubicBezTo>
                    <a:pt x="77" y="65"/>
                    <a:pt x="78" y="64"/>
                    <a:pt x="79" y="63"/>
                  </a:cubicBezTo>
                  <a:cubicBezTo>
                    <a:pt x="82" y="62"/>
                    <a:pt x="84" y="60"/>
                    <a:pt x="85" y="58"/>
                  </a:cubicBezTo>
                  <a:cubicBezTo>
                    <a:pt x="87" y="56"/>
                    <a:pt x="87" y="54"/>
                    <a:pt x="87" y="52"/>
                  </a:cubicBezTo>
                  <a:cubicBezTo>
                    <a:pt x="87" y="48"/>
                    <a:pt x="85" y="45"/>
                    <a:pt x="81" y="42"/>
                  </a:cubicBezTo>
                  <a:cubicBezTo>
                    <a:pt x="80" y="41"/>
                    <a:pt x="77" y="40"/>
                    <a:pt x="75" y="39"/>
                  </a:cubicBezTo>
                  <a:close/>
                  <a:moveTo>
                    <a:pt x="63" y="13"/>
                  </a:moveTo>
                  <a:cubicBezTo>
                    <a:pt x="57" y="9"/>
                    <a:pt x="49" y="6"/>
                    <a:pt x="39" y="6"/>
                  </a:cubicBezTo>
                  <a:cubicBezTo>
                    <a:pt x="30" y="6"/>
                    <a:pt x="22" y="9"/>
                    <a:pt x="15" y="13"/>
                  </a:cubicBezTo>
                  <a:cubicBezTo>
                    <a:pt x="10" y="17"/>
                    <a:pt x="6" y="22"/>
                    <a:pt x="6" y="28"/>
                  </a:cubicBezTo>
                  <a:cubicBezTo>
                    <a:pt x="6" y="31"/>
                    <a:pt x="7" y="34"/>
                    <a:pt x="10" y="37"/>
                  </a:cubicBezTo>
                  <a:cubicBezTo>
                    <a:pt x="12" y="40"/>
                    <a:pt x="15" y="43"/>
                    <a:pt x="19" y="45"/>
                  </a:cubicBezTo>
                  <a:cubicBezTo>
                    <a:pt x="20" y="45"/>
                    <a:pt x="21" y="47"/>
                    <a:pt x="21" y="48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26" y="48"/>
                    <a:pt x="27" y="48"/>
                    <a:pt x="28" y="48"/>
                  </a:cubicBezTo>
                  <a:cubicBezTo>
                    <a:pt x="30" y="49"/>
                    <a:pt x="32" y="49"/>
                    <a:pt x="34" y="49"/>
                  </a:cubicBezTo>
                  <a:cubicBezTo>
                    <a:pt x="35" y="49"/>
                    <a:pt x="37" y="49"/>
                    <a:pt x="39" y="49"/>
                  </a:cubicBezTo>
                  <a:cubicBezTo>
                    <a:pt x="49" y="49"/>
                    <a:pt x="57" y="47"/>
                    <a:pt x="63" y="43"/>
                  </a:cubicBezTo>
                  <a:cubicBezTo>
                    <a:pt x="69" y="39"/>
                    <a:pt x="72" y="34"/>
                    <a:pt x="72" y="28"/>
                  </a:cubicBezTo>
                  <a:cubicBezTo>
                    <a:pt x="72" y="22"/>
                    <a:pt x="69" y="17"/>
                    <a:pt x="63" y="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Segoe UI" panose="020B0502040204020203" pitchFamily="34" charset="0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9"/>
            </p:custDataLst>
          </p:nvPr>
        </p:nvGrpSpPr>
        <p:grpSpPr>
          <a:xfrm>
            <a:off x="9340316" y="1456055"/>
            <a:ext cx="1592828" cy="1592826"/>
            <a:chOff x="9359366" y="1821962"/>
            <a:chExt cx="1592828" cy="1592826"/>
          </a:xfrm>
        </p:grpSpPr>
        <p:sp>
          <p:nvSpPr>
            <p:cNvPr id="25" name="椭圆 24"/>
            <p:cNvSpPr/>
            <p:nvPr>
              <p:custDataLst>
                <p:tags r:id="rId20"/>
              </p:custDataLst>
            </p:nvPr>
          </p:nvSpPr>
          <p:spPr>
            <a:xfrm>
              <a:off x="9359366" y="1821962"/>
              <a:ext cx="1592828" cy="1592826"/>
            </a:xfrm>
            <a:prstGeom prst="ellips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Segoe UI" panose="020B0502040204020203" pitchFamily="34" charset="0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26" name="Freeform 298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9907972" y="2363943"/>
              <a:ext cx="495616" cy="508866"/>
            </a:xfrm>
            <a:custGeom>
              <a:avLst/>
              <a:gdLst>
                <a:gd name="T0" fmla="*/ 39 w 79"/>
                <a:gd name="T1" fmla="*/ 37 h 81"/>
                <a:gd name="T2" fmla="*/ 44 w 79"/>
                <a:gd name="T3" fmla="*/ 42 h 81"/>
                <a:gd name="T4" fmla="*/ 48 w 79"/>
                <a:gd name="T5" fmla="*/ 54 h 81"/>
                <a:gd name="T6" fmla="*/ 47 w 79"/>
                <a:gd name="T7" fmla="*/ 66 h 81"/>
                <a:gd name="T8" fmla="*/ 37 w 79"/>
                <a:gd name="T9" fmla="*/ 73 h 81"/>
                <a:gd name="T10" fmla="*/ 28 w 79"/>
                <a:gd name="T11" fmla="*/ 77 h 81"/>
                <a:gd name="T12" fmla="*/ 17 w 79"/>
                <a:gd name="T13" fmla="*/ 76 h 81"/>
                <a:gd name="T14" fmla="*/ 10 w 79"/>
                <a:gd name="T15" fmla="*/ 71 h 81"/>
                <a:gd name="T16" fmla="*/ 5 w 79"/>
                <a:gd name="T17" fmla="*/ 64 h 81"/>
                <a:gd name="T18" fmla="*/ 4 w 79"/>
                <a:gd name="T19" fmla="*/ 53 h 81"/>
                <a:gd name="T20" fmla="*/ 9 w 79"/>
                <a:gd name="T21" fmla="*/ 44 h 81"/>
                <a:gd name="T22" fmla="*/ 15 w 79"/>
                <a:gd name="T23" fmla="*/ 34 h 81"/>
                <a:gd name="T24" fmla="*/ 27 w 79"/>
                <a:gd name="T25" fmla="*/ 33 h 81"/>
                <a:gd name="T26" fmla="*/ 62 w 79"/>
                <a:gd name="T27" fmla="*/ 16 h 81"/>
                <a:gd name="T28" fmla="*/ 54 w 79"/>
                <a:gd name="T29" fmla="*/ 18 h 81"/>
                <a:gd name="T30" fmla="*/ 50 w 79"/>
                <a:gd name="T31" fmla="*/ 21 h 81"/>
                <a:gd name="T32" fmla="*/ 46 w 79"/>
                <a:gd name="T33" fmla="*/ 29 h 81"/>
                <a:gd name="T34" fmla="*/ 46 w 79"/>
                <a:gd name="T35" fmla="*/ 38 h 81"/>
                <a:gd name="T36" fmla="*/ 52 w 79"/>
                <a:gd name="T37" fmla="*/ 43 h 81"/>
                <a:gd name="T38" fmla="*/ 58 w 79"/>
                <a:gd name="T39" fmla="*/ 46 h 81"/>
                <a:gd name="T40" fmla="*/ 66 w 79"/>
                <a:gd name="T41" fmla="*/ 47 h 81"/>
                <a:gd name="T42" fmla="*/ 71 w 79"/>
                <a:gd name="T43" fmla="*/ 44 h 81"/>
                <a:gd name="T44" fmla="*/ 75 w 79"/>
                <a:gd name="T45" fmla="*/ 39 h 81"/>
                <a:gd name="T46" fmla="*/ 76 w 79"/>
                <a:gd name="T47" fmla="*/ 32 h 81"/>
                <a:gd name="T48" fmla="*/ 74 w 79"/>
                <a:gd name="T49" fmla="*/ 25 h 81"/>
                <a:gd name="T50" fmla="*/ 71 w 79"/>
                <a:gd name="T51" fmla="*/ 18 h 81"/>
                <a:gd name="T52" fmla="*/ 67 w 79"/>
                <a:gd name="T53" fmla="*/ 29 h 81"/>
                <a:gd name="T54" fmla="*/ 57 w 79"/>
                <a:gd name="T55" fmla="*/ 37 h 81"/>
                <a:gd name="T56" fmla="*/ 64 w 79"/>
                <a:gd name="T57" fmla="*/ 31 h 81"/>
                <a:gd name="T58" fmla="*/ 60 w 79"/>
                <a:gd name="T59" fmla="*/ 35 h 81"/>
                <a:gd name="T60" fmla="*/ 64 w 79"/>
                <a:gd name="T61" fmla="*/ 31 h 81"/>
                <a:gd name="T62" fmla="*/ 61 w 79"/>
                <a:gd name="T63" fmla="*/ 42 h 81"/>
                <a:gd name="T64" fmla="*/ 63 w 79"/>
                <a:gd name="T65" fmla="*/ 23 h 81"/>
                <a:gd name="T66" fmla="*/ 32 w 79"/>
                <a:gd name="T67" fmla="*/ 0 h 81"/>
                <a:gd name="T68" fmla="*/ 24 w 79"/>
                <a:gd name="T69" fmla="*/ 2 h 81"/>
                <a:gd name="T70" fmla="*/ 20 w 79"/>
                <a:gd name="T71" fmla="*/ 5 h 81"/>
                <a:gd name="T72" fmla="*/ 16 w 79"/>
                <a:gd name="T73" fmla="*/ 13 h 81"/>
                <a:gd name="T74" fmla="*/ 16 w 79"/>
                <a:gd name="T75" fmla="*/ 22 h 81"/>
                <a:gd name="T76" fmla="*/ 22 w 79"/>
                <a:gd name="T77" fmla="*/ 27 h 81"/>
                <a:gd name="T78" fmla="*/ 29 w 79"/>
                <a:gd name="T79" fmla="*/ 31 h 81"/>
                <a:gd name="T80" fmla="*/ 36 w 79"/>
                <a:gd name="T81" fmla="*/ 31 h 81"/>
                <a:gd name="T82" fmla="*/ 41 w 79"/>
                <a:gd name="T83" fmla="*/ 28 h 81"/>
                <a:gd name="T84" fmla="*/ 45 w 79"/>
                <a:gd name="T85" fmla="*/ 23 h 81"/>
                <a:gd name="T86" fmla="*/ 47 w 79"/>
                <a:gd name="T87" fmla="*/ 16 h 81"/>
                <a:gd name="T88" fmla="*/ 44 w 79"/>
                <a:gd name="T89" fmla="*/ 9 h 81"/>
                <a:gd name="T90" fmla="*/ 41 w 79"/>
                <a:gd name="T91" fmla="*/ 2 h 81"/>
                <a:gd name="T92" fmla="*/ 37 w 79"/>
                <a:gd name="T93" fmla="*/ 13 h 81"/>
                <a:gd name="T94" fmla="*/ 28 w 79"/>
                <a:gd name="T95" fmla="*/ 21 h 81"/>
                <a:gd name="T96" fmla="*/ 35 w 79"/>
                <a:gd name="T97" fmla="*/ 15 h 81"/>
                <a:gd name="T98" fmla="*/ 30 w 79"/>
                <a:gd name="T99" fmla="*/ 19 h 81"/>
                <a:gd name="T100" fmla="*/ 35 w 79"/>
                <a:gd name="T101" fmla="*/ 15 h 81"/>
                <a:gd name="T102" fmla="*/ 32 w 79"/>
                <a:gd name="T103" fmla="*/ 26 h 81"/>
                <a:gd name="T104" fmla="*/ 34 w 79"/>
                <a:gd name="T105" fmla="*/ 8 h 81"/>
                <a:gd name="T106" fmla="*/ 15 w 79"/>
                <a:gd name="T107" fmla="*/ 57 h 81"/>
                <a:gd name="T108" fmla="*/ 33 w 79"/>
                <a:gd name="T109" fmla="*/ 57 h 81"/>
                <a:gd name="T110" fmla="*/ 24 w 79"/>
                <a:gd name="T111" fmla="*/ 53 h 81"/>
                <a:gd name="T112" fmla="*/ 24 w 79"/>
                <a:gd name="T113" fmla="*/ 61 h 81"/>
                <a:gd name="T114" fmla="*/ 34 w 79"/>
                <a:gd name="T115" fmla="*/ 47 h 81"/>
                <a:gd name="T116" fmla="*/ 15 w 79"/>
                <a:gd name="T117" fmla="*/ 66 h 81"/>
                <a:gd name="T118" fmla="*/ 34 w 79"/>
                <a:gd name="T119" fmla="*/ 4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9" h="81">
                  <a:moveTo>
                    <a:pt x="28" y="37"/>
                  </a:moveTo>
                  <a:cubicBezTo>
                    <a:pt x="29" y="37"/>
                    <a:pt x="30" y="37"/>
                    <a:pt x="32" y="38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5"/>
                    <a:pt x="38" y="36"/>
                    <a:pt x="39" y="3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2"/>
                    <a:pt x="39" y="42"/>
                  </a:cubicBezTo>
                  <a:cubicBezTo>
                    <a:pt x="39" y="43"/>
                    <a:pt x="40" y="43"/>
                    <a:pt x="40" y="44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5" y="44"/>
                    <a:pt x="46" y="45"/>
                    <a:pt x="47" y="47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44" y="51"/>
                    <a:pt x="44" y="52"/>
                    <a:pt x="44" y="53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9" y="56"/>
                    <a:pt x="49" y="58"/>
                    <a:pt x="48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61"/>
                    <a:pt x="44" y="63"/>
                    <a:pt x="43" y="64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46" y="68"/>
                    <a:pt x="45" y="70"/>
                    <a:pt x="44" y="71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70"/>
                    <a:pt x="39" y="71"/>
                    <a:pt x="39" y="71"/>
                  </a:cubicBezTo>
                  <a:cubicBezTo>
                    <a:pt x="38" y="72"/>
                    <a:pt x="38" y="72"/>
                    <a:pt x="37" y="73"/>
                  </a:cubicBezTo>
                  <a:cubicBezTo>
                    <a:pt x="39" y="76"/>
                    <a:pt x="39" y="76"/>
                    <a:pt x="39" y="76"/>
                  </a:cubicBezTo>
                  <a:cubicBezTo>
                    <a:pt x="37" y="78"/>
                    <a:pt x="36" y="79"/>
                    <a:pt x="34" y="79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0" y="76"/>
                    <a:pt x="29" y="77"/>
                    <a:pt x="28" y="77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25" y="81"/>
                    <a:pt x="23" y="81"/>
                    <a:pt x="21" y="81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0" y="77"/>
                    <a:pt x="18" y="76"/>
                    <a:pt x="17" y="76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3" y="78"/>
                    <a:pt x="11" y="78"/>
                    <a:pt x="10" y="76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11" y="72"/>
                    <a:pt x="10" y="72"/>
                    <a:pt x="10" y="71"/>
                  </a:cubicBezTo>
                  <a:cubicBezTo>
                    <a:pt x="9" y="71"/>
                    <a:pt x="9" y="70"/>
                    <a:pt x="8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3" y="70"/>
                    <a:pt x="2" y="68"/>
                    <a:pt x="2" y="66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5" y="63"/>
                    <a:pt x="4" y="61"/>
                    <a:pt x="4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7"/>
                    <a:pt x="0" y="55"/>
                    <a:pt x="0" y="54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2"/>
                    <a:pt x="5" y="51"/>
                    <a:pt x="5" y="49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5"/>
                    <a:pt x="3" y="43"/>
                    <a:pt x="5" y="42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3"/>
                    <a:pt x="9" y="43"/>
                    <a:pt x="10" y="42"/>
                  </a:cubicBezTo>
                  <a:cubicBezTo>
                    <a:pt x="10" y="42"/>
                    <a:pt x="11" y="41"/>
                    <a:pt x="11" y="41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1" y="36"/>
                    <a:pt x="13" y="35"/>
                    <a:pt x="15" y="34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8" y="37"/>
                    <a:pt x="20" y="37"/>
                    <a:pt x="21" y="37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4" y="32"/>
                    <a:pt x="25" y="32"/>
                    <a:pt x="27" y="33"/>
                  </a:cubicBezTo>
                  <a:cubicBezTo>
                    <a:pt x="28" y="37"/>
                    <a:pt x="28" y="37"/>
                    <a:pt x="28" y="37"/>
                  </a:cubicBezTo>
                  <a:close/>
                  <a:moveTo>
                    <a:pt x="66" y="19"/>
                  </a:moveTo>
                  <a:cubicBezTo>
                    <a:pt x="66" y="16"/>
                    <a:pt x="66" y="16"/>
                    <a:pt x="66" y="16"/>
                  </a:cubicBezTo>
                  <a:cubicBezTo>
                    <a:pt x="65" y="16"/>
                    <a:pt x="64" y="16"/>
                    <a:pt x="62" y="16"/>
                  </a:cubicBezTo>
                  <a:cubicBezTo>
                    <a:pt x="61" y="19"/>
                    <a:pt x="61" y="19"/>
                    <a:pt x="61" y="19"/>
                  </a:cubicBezTo>
                  <a:cubicBezTo>
                    <a:pt x="61" y="19"/>
                    <a:pt x="60" y="19"/>
                    <a:pt x="59" y="19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6" y="17"/>
                    <a:pt x="55" y="17"/>
                    <a:pt x="54" y="18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4" y="21"/>
                    <a:pt x="54" y="21"/>
                    <a:pt x="53" y="22"/>
                  </a:cubicBezTo>
                  <a:cubicBezTo>
                    <a:pt x="53" y="22"/>
                    <a:pt x="53" y="22"/>
                    <a:pt x="52" y="23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22"/>
                    <a:pt x="48" y="23"/>
                    <a:pt x="48" y="24"/>
                  </a:cubicBezTo>
                  <a:cubicBezTo>
                    <a:pt x="50" y="26"/>
                    <a:pt x="50" y="26"/>
                    <a:pt x="50" y="26"/>
                  </a:cubicBezTo>
                  <a:cubicBezTo>
                    <a:pt x="49" y="27"/>
                    <a:pt x="49" y="28"/>
                    <a:pt x="49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0"/>
                    <a:pt x="45" y="31"/>
                    <a:pt x="45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8" y="34"/>
                    <a:pt x="48" y="35"/>
                    <a:pt x="49" y="36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9"/>
                    <a:pt x="47" y="40"/>
                    <a:pt x="48" y="41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51" y="41"/>
                    <a:pt x="51" y="41"/>
                    <a:pt x="51" y="42"/>
                  </a:cubicBezTo>
                  <a:cubicBezTo>
                    <a:pt x="51" y="42"/>
                    <a:pt x="52" y="42"/>
                    <a:pt x="52" y="43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1" y="46"/>
                    <a:pt x="53" y="47"/>
                    <a:pt x="54" y="47"/>
                  </a:cubicBezTo>
                  <a:cubicBezTo>
                    <a:pt x="56" y="45"/>
                    <a:pt x="56" y="45"/>
                    <a:pt x="56" y="45"/>
                  </a:cubicBezTo>
                  <a:cubicBezTo>
                    <a:pt x="57" y="46"/>
                    <a:pt x="58" y="46"/>
                    <a:pt x="58" y="46"/>
                  </a:cubicBezTo>
                  <a:cubicBezTo>
                    <a:pt x="58" y="49"/>
                    <a:pt x="58" y="49"/>
                    <a:pt x="58" y="49"/>
                  </a:cubicBezTo>
                  <a:cubicBezTo>
                    <a:pt x="60" y="50"/>
                    <a:pt x="61" y="50"/>
                    <a:pt x="62" y="50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7"/>
                    <a:pt x="65" y="47"/>
                    <a:pt x="66" y="47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68" y="49"/>
                    <a:pt x="70" y="48"/>
                    <a:pt x="71" y="47"/>
                  </a:cubicBezTo>
                  <a:cubicBezTo>
                    <a:pt x="70" y="45"/>
                    <a:pt x="70" y="45"/>
                    <a:pt x="70" y="45"/>
                  </a:cubicBezTo>
                  <a:cubicBezTo>
                    <a:pt x="70" y="44"/>
                    <a:pt x="71" y="44"/>
                    <a:pt x="71" y="44"/>
                  </a:cubicBezTo>
                  <a:cubicBezTo>
                    <a:pt x="71" y="44"/>
                    <a:pt x="72" y="43"/>
                    <a:pt x="72" y="43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6" y="44"/>
                    <a:pt x="76" y="42"/>
                    <a:pt x="77" y="41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5" y="38"/>
                    <a:pt x="76" y="38"/>
                    <a:pt x="76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5"/>
                    <a:pt x="79" y="34"/>
                    <a:pt x="79" y="33"/>
                  </a:cubicBezTo>
                  <a:cubicBezTo>
                    <a:pt x="76" y="32"/>
                    <a:pt x="76" y="32"/>
                    <a:pt x="76" y="32"/>
                  </a:cubicBezTo>
                  <a:cubicBezTo>
                    <a:pt x="76" y="31"/>
                    <a:pt x="76" y="30"/>
                    <a:pt x="76" y="29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5"/>
                    <a:pt x="77" y="24"/>
                  </a:cubicBezTo>
                  <a:cubicBezTo>
                    <a:pt x="74" y="25"/>
                    <a:pt x="74" y="25"/>
                    <a:pt x="74" y="25"/>
                  </a:cubicBezTo>
                  <a:cubicBezTo>
                    <a:pt x="74" y="25"/>
                    <a:pt x="74" y="24"/>
                    <a:pt x="73" y="24"/>
                  </a:cubicBezTo>
                  <a:cubicBezTo>
                    <a:pt x="73" y="24"/>
                    <a:pt x="73" y="23"/>
                    <a:pt x="72" y="23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3" y="19"/>
                    <a:pt x="72" y="19"/>
                    <a:pt x="71" y="18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68" y="20"/>
                    <a:pt x="67" y="19"/>
                    <a:pt x="66" y="19"/>
                  </a:cubicBezTo>
                  <a:close/>
                  <a:moveTo>
                    <a:pt x="63" y="27"/>
                  </a:moveTo>
                  <a:cubicBezTo>
                    <a:pt x="65" y="27"/>
                    <a:pt x="66" y="28"/>
                    <a:pt x="67" y="29"/>
                  </a:cubicBezTo>
                  <a:cubicBezTo>
                    <a:pt x="68" y="30"/>
                    <a:pt x="68" y="32"/>
                    <a:pt x="68" y="33"/>
                  </a:cubicBezTo>
                  <a:cubicBezTo>
                    <a:pt x="68" y="35"/>
                    <a:pt x="67" y="37"/>
                    <a:pt x="66" y="38"/>
                  </a:cubicBezTo>
                  <a:cubicBezTo>
                    <a:pt x="65" y="39"/>
                    <a:pt x="63" y="39"/>
                    <a:pt x="62" y="39"/>
                  </a:cubicBezTo>
                  <a:cubicBezTo>
                    <a:pt x="60" y="39"/>
                    <a:pt x="58" y="38"/>
                    <a:pt x="57" y="37"/>
                  </a:cubicBezTo>
                  <a:cubicBezTo>
                    <a:pt x="57" y="35"/>
                    <a:pt x="56" y="34"/>
                    <a:pt x="56" y="32"/>
                  </a:cubicBezTo>
                  <a:cubicBezTo>
                    <a:pt x="56" y="30"/>
                    <a:pt x="57" y="29"/>
                    <a:pt x="58" y="28"/>
                  </a:cubicBezTo>
                  <a:cubicBezTo>
                    <a:pt x="60" y="27"/>
                    <a:pt x="61" y="27"/>
                    <a:pt x="63" y="27"/>
                  </a:cubicBezTo>
                  <a:close/>
                  <a:moveTo>
                    <a:pt x="64" y="31"/>
                  </a:moveTo>
                  <a:cubicBezTo>
                    <a:pt x="65" y="32"/>
                    <a:pt x="65" y="32"/>
                    <a:pt x="65" y="33"/>
                  </a:cubicBezTo>
                  <a:cubicBezTo>
                    <a:pt x="65" y="34"/>
                    <a:pt x="65" y="35"/>
                    <a:pt x="64" y="35"/>
                  </a:cubicBezTo>
                  <a:cubicBezTo>
                    <a:pt x="63" y="35"/>
                    <a:pt x="63" y="36"/>
                    <a:pt x="62" y="36"/>
                  </a:cubicBezTo>
                  <a:cubicBezTo>
                    <a:pt x="61" y="35"/>
                    <a:pt x="61" y="35"/>
                    <a:pt x="60" y="35"/>
                  </a:cubicBezTo>
                  <a:cubicBezTo>
                    <a:pt x="60" y="34"/>
                    <a:pt x="59" y="33"/>
                    <a:pt x="59" y="32"/>
                  </a:cubicBezTo>
                  <a:cubicBezTo>
                    <a:pt x="60" y="32"/>
                    <a:pt x="60" y="31"/>
                    <a:pt x="60" y="31"/>
                  </a:cubicBezTo>
                  <a:cubicBezTo>
                    <a:pt x="61" y="30"/>
                    <a:pt x="62" y="30"/>
                    <a:pt x="63" y="30"/>
                  </a:cubicBezTo>
                  <a:cubicBezTo>
                    <a:pt x="63" y="30"/>
                    <a:pt x="64" y="30"/>
                    <a:pt x="64" y="31"/>
                  </a:cubicBezTo>
                  <a:close/>
                  <a:moveTo>
                    <a:pt x="70" y="27"/>
                  </a:moveTo>
                  <a:cubicBezTo>
                    <a:pt x="71" y="29"/>
                    <a:pt x="72" y="31"/>
                    <a:pt x="72" y="34"/>
                  </a:cubicBezTo>
                  <a:cubicBezTo>
                    <a:pt x="71" y="36"/>
                    <a:pt x="70" y="39"/>
                    <a:pt x="68" y="40"/>
                  </a:cubicBezTo>
                  <a:cubicBezTo>
                    <a:pt x="66" y="42"/>
                    <a:pt x="64" y="42"/>
                    <a:pt x="61" y="42"/>
                  </a:cubicBezTo>
                  <a:cubicBezTo>
                    <a:pt x="59" y="42"/>
                    <a:pt x="56" y="41"/>
                    <a:pt x="55" y="39"/>
                  </a:cubicBezTo>
                  <a:cubicBezTo>
                    <a:pt x="53" y="37"/>
                    <a:pt x="53" y="34"/>
                    <a:pt x="53" y="32"/>
                  </a:cubicBezTo>
                  <a:cubicBezTo>
                    <a:pt x="53" y="29"/>
                    <a:pt x="54" y="27"/>
                    <a:pt x="56" y="25"/>
                  </a:cubicBezTo>
                  <a:cubicBezTo>
                    <a:pt x="58" y="24"/>
                    <a:pt x="61" y="23"/>
                    <a:pt x="63" y="23"/>
                  </a:cubicBezTo>
                  <a:cubicBezTo>
                    <a:pt x="66" y="24"/>
                    <a:pt x="68" y="25"/>
                    <a:pt x="70" y="27"/>
                  </a:cubicBezTo>
                  <a:close/>
                  <a:moveTo>
                    <a:pt x="36" y="3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35" y="0"/>
                    <a:pt x="34" y="0"/>
                    <a:pt x="32" y="0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3"/>
                    <a:pt x="30" y="3"/>
                    <a:pt x="29" y="3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6" y="1"/>
                    <a:pt x="25" y="1"/>
                    <a:pt x="24" y="2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3" y="6"/>
                    <a:pt x="23" y="6"/>
                    <a:pt x="23" y="7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9" y="6"/>
                    <a:pt x="18" y="7"/>
                    <a:pt x="18" y="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1"/>
                    <a:pt x="19" y="12"/>
                    <a:pt x="19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4"/>
                    <a:pt x="15" y="16"/>
                    <a:pt x="16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19"/>
                    <a:pt x="19" y="20"/>
                    <a:pt x="19" y="20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7" y="23"/>
                    <a:pt x="17" y="24"/>
                    <a:pt x="18" y="25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21" y="25"/>
                    <a:pt x="21" y="25"/>
                    <a:pt x="22" y="26"/>
                  </a:cubicBezTo>
                  <a:cubicBezTo>
                    <a:pt x="22" y="26"/>
                    <a:pt x="22" y="26"/>
                    <a:pt x="22" y="27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30"/>
                    <a:pt x="23" y="31"/>
                    <a:pt x="24" y="32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7" y="30"/>
                    <a:pt x="28" y="30"/>
                    <a:pt x="29" y="31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30" y="34"/>
                    <a:pt x="31" y="34"/>
                    <a:pt x="33" y="34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4" y="31"/>
                    <a:pt x="35" y="31"/>
                    <a:pt x="36" y="31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9" y="33"/>
                    <a:pt x="40" y="32"/>
                    <a:pt x="41" y="31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1" y="29"/>
                    <a:pt x="41" y="28"/>
                    <a:pt x="41" y="28"/>
                  </a:cubicBezTo>
                  <a:cubicBezTo>
                    <a:pt x="42" y="28"/>
                    <a:pt x="42" y="27"/>
                    <a:pt x="43" y="27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6" y="28"/>
                    <a:pt x="47" y="27"/>
                    <a:pt x="47" y="25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6" y="23"/>
                    <a:pt x="46" y="22"/>
                    <a:pt x="46" y="21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0" y="20"/>
                    <a:pt x="50" y="18"/>
                    <a:pt x="49" y="17"/>
                  </a:cubicBezTo>
                  <a:cubicBezTo>
                    <a:pt x="47" y="16"/>
                    <a:pt x="47" y="16"/>
                    <a:pt x="47" y="16"/>
                  </a:cubicBezTo>
                  <a:cubicBezTo>
                    <a:pt x="47" y="15"/>
                    <a:pt x="47" y="14"/>
                    <a:pt x="46" y="13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1"/>
                    <a:pt x="48" y="9"/>
                    <a:pt x="47" y="8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4" y="9"/>
                    <a:pt x="44" y="8"/>
                    <a:pt x="44" y="8"/>
                  </a:cubicBezTo>
                  <a:cubicBezTo>
                    <a:pt x="43" y="8"/>
                    <a:pt x="43" y="7"/>
                    <a:pt x="43" y="7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3" y="4"/>
                    <a:pt x="42" y="3"/>
                    <a:pt x="41" y="2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4"/>
                    <a:pt x="37" y="4"/>
                    <a:pt x="36" y="3"/>
                  </a:cubicBezTo>
                  <a:close/>
                  <a:moveTo>
                    <a:pt x="33" y="11"/>
                  </a:moveTo>
                  <a:cubicBezTo>
                    <a:pt x="35" y="11"/>
                    <a:pt x="36" y="12"/>
                    <a:pt x="37" y="13"/>
                  </a:cubicBezTo>
                  <a:cubicBezTo>
                    <a:pt x="38" y="14"/>
                    <a:pt x="39" y="16"/>
                    <a:pt x="39" y="18"/>
                  </a:cubicBezTo>
                  <a:cubicBezTo>
                    <a:pt x="38" y="19"/>
                    <a:pt x="38" y="21"/>
                    <a:pt x="36" y="22"/>
                  </a:cubicBezTo>
                  <a:cubicBezTo>
                    <a:pt x="35" y="23"/>
                    <a:pt x="34" y="23"/>
                    <a:pt x="32" y="23"/>
                  </a:cubicBezTo>
                  <a:cubicBezTo>
                    <a:pt x="30" y="23"/>
                    <a:pt x="29" y="22"/>
                    <a:pt x="28" y="21"/>
                  </a:cubicBezTo>
                  <a:cubicBezTo>
                    <a:pt x="27" y="20"/>
                    <a:pt x="26" y="18"/>
                    <a:pt x="27" y="16"/>
                  </a:cubicBezTo>
                  <a:cubicBezTo>
                    <a:pt x="27" y="15"/>
                    <a:pt x="28" y="13"/>
                    <a:pt x="29" y="12"/>
                  </a:cubicBezTo>
                  <a:cubicBezTo>
                    <a:pt x="30" y="11"/>
                    <a:pt x="32" y="11"/>
                    <a:pt x="33" y="11"/>
                  </a:cubicBezTo>
                  <a:close/>
                  <a:moveTo>
                    <a:pt x="35" y="15"/>
                  </a:moveTo>
                  <a:cubicBezTo>
                    <a:pt x="35" y="16"/>
                    <a:pt x="35" y="16"/>
                    <a:pt x="35" y="17"/>
                  </a:cubicBezTo>
                  <a:cubicBezTo>
                    <a:pt x="35" y="18"/>
                    <a:pt x="35" y="19"/>
                    <a:pt x="34" y="19"/>
                  </a:cubicBezTo>
                  <a:cubicBezTo>
                    <a:pt x="34" y="20"/>
                    <a:pt x="33" y="20"/>
                    <a:pt x="32" y="20"/>
                  </a:cubicBezTo>
                  <a:cubicBezTo>
                    <a:pt x="32" y="20"/>
                    <a:pt x="31" y="19"/>
                    <a:pt x="30" y="19"/>
                  </a:cubicBezTo>
                  <a:cubicBezTo>
                    <a:pt x="30" y="18"/>
                    <a:pt x="30" y="17"/>
                    <a:pt x="30" y="17"/>
                  </a:cubicBezTo>
                  <a:cubicBezTo>
                    <a:pt x="30" y="16"/>
                    <a:pt x="30" y="15"/>
                    <a:pt x="31" y="15"/>
                  </a:cubicBezTo>
                  <a:cubicBezTo>
                    <a:pt x="31" y="14"/>
                    <a:pt x="32" y="14"/>
                    <a:pt x="33" y="14"/>
                  </a:cubicBezTo>
                  <a:cubicBezTo>
                    <a:pt x="34" y="14"/>
                    <a:pt x="34" y="15"/>
                    <a:pt x="35" y="15"/>
                  </a:cubicBezTo>
                  <a:close/>
                  <a:moveTo>
                    <a:pt x="40" y="11"/>
                  </a:moveTo>
                  <a:cubicBezTo>
                    <a:pt x="41" y="13"/>
                    <a:pt x="42" y="15"/>
                    <a:pt x="42" y="18"/>
                  </a:cubicBezTo>
                  <a:cubicBezTo>
                    <a:pt x="42" y="20"/>
                    <a:pt x="40" y="23"/>
                    <a:pt x="38" y="24"/>
                  </a:cubicBezTo>
                  <a:cubicBezTo>
                    <a:pt x="37" y="26"/>
                    <a:pt x="34" y="26"/>
                    <a:pt x="32" y="26"/>
                  </a:cubicBezTo>
                  <a:cubicBezTo>
                    <a:pt x="29" y="26"/>
                    <a:pt x="27" y="25"/>
                    <a:pt x="25" y="23"/>
                  </a:cubicBezTo>
                  <a:cubicBezTo>
                    <a:pt x="24" y="21"/>
                    <a:pt x="23" y="18"/>
                    <a:pt x="23" y="16"/>
                  </a:cubicBezTo>
                  <a:cubicBezTo>
                    <a:pt x="24" y="13"/>
                    <a:pt x="25" y="11"/>
                    <a:pt x="27" y="10"/>
                  </a:cubicBezTo>
                  <a:cubicBezTo>
                    <a:pt x="29" y="8"/>
                    <a:pt x="31" y="7"/>
                    <a:pt x="34" y="8"/>
                  </a:cubicBezTo>
                  <a:cubicBezTo>
                    <a:pt x="36" y="8"/>
                    <a:pt x="38" y="9"/>
                    <a:pt x="40" y="11"/>
                  </a:cubicBezTo>
                  <a:close/>
                  <a:moveTo>
                    <a:pt x="24" y="48"/>
                  </a:moveTo>
                  <a:cubicBezTo>
                    <a:pt x="22" y="48"/>
                    <a:pt x="20" y="49"/>
                    <a:pt x="18" y="50"/>
                  </a:cubicBezTo>
                  <a:cubicBezTo>
                    <a:pt x="16" y="52"/>
                    <a:pt x="15" y="54"/>
                    <a:pt x="15" y="57"/>
                  </a:cubicBezTo>
                  <a:cubicBezTo>
                    <a:pt x="15" y="59"/>
                    <a:pt x="16" y="61"/>
                    <a:pt x="18" y="63"/>
                  </a:cubicBezTo>
                  <a:cubicBezTo>
                    <a:pt x="20" y="65"/>
                    <a:pt x="22" y="65"/>
                    <a:pt x="24" y="65"/>
                  </a:cubicBezTo>
                  <a:cubicBezTo>
                    <a:pt x="27" y="65"/>
                    <a:pt x="29" y="65"/>
                    <a:pt x="30" y="63"/>
                  </a:cubicBezTo>
                  <a:cubicBezTo>
                    <a:pt x="32" y="61"/>
                    <a:pt x="33" y="59"/>
                    <a:pt x="33" y="57"/>
                  </a:cubicBezTo>
                  <a:cubicBezTo>
                    <a:pt x="33" y="54"/>
                    <a:pt x="32" y="52"/>
                    <a:pt x="30" y="50"/>
                  </a:cubicBezTo>
                  <a:cubicBezTo>
                    <a:pt x="29" y="49"/>
                    <a:pt x="27" y="48"/>
                    <a:pt x="24" y="48"/>
                  </a:cubicBezTo>
                  <a:close/>
                  <a:moveTo>
                    <a:pt x="27" y="54"/>
                  </a:moveTo>
                  <a:cubicBezTo>
                    <a:pt x="26" y="53"/>
                    <a:pt x="25" y="53"/>
                    <a:pt x="24" y="53"/>
                  </a:cubicBezTo>
                  <a:cubicBezTo>
                    <a:pt x="23" y="53"/>
                    <a:pt x="22" y="53"/>
                    <a:pt x="21" y="54"/>
                  </a:cubicBezTo>
                  <a:cubicBezTo>
                    <a:pt x="21" y="55"/>
                    <a:pt x="20" y="56"/>
                    <a:pt x="20" y="57"/>
                  </a:cubicBezTo>
                  <a:cubicBezTo>
                    <a:pt x="20" y="58"/>
                    <a:pt x="21" y="59"/>
                    <a:pt x="21" y="60"/>
                  </a:cubicBezTo>
                  <a:cubicBezTo>
                    <a:pt x="22" y="60"/>
                    <a:pt x="23" y="61"/>
                    <a:pt x="24" y="61"/>
                  </a:cubicBezTo>
                  <a:cubicBezTo>
                    <a:pt x="25" y="61"/>
                    <a:pt x="26" y="60"/>
                    <a:pt x="27" y="60"/>
                  </a:cubicBezTo>
                  <a:cubicBezTo>
                    <a:pt x="28" y="59"/>
                    <a:pt x="28" y="58"/>
                    <a:pt x="28" y="57"/>
                  </a:cubicBezTo>
                  <a:cubicBezTo>
                    <a:pt x="28" y="56"/>
                    <a:pt x="28" y="55"/>
                    <a:pt x="27" y="54"/>
                  </a:cubicBezTo>
                  <a:close/>
                  <a:moveTo>
                    <a:pt x="34" y="47"/>
                  </a:moveTo>
                  <a:cubicBezTo>
                    <a:pt x="31" y="45"/>
                    <a:pt x="28" y="43"/>
                    <a:pt x="24" y="43"/>
                  </a:cubicBezTo>
                  <a:cubicBezTo>
                    <a:pt x="21" y="43"/>
                    <a:pt x="17" y="45"/>
                    <a:pt x="15" y="47"/>
                  </a:cubicBezTo>
                  <a:cubicBezTo>
                    <a:pt x="12" y="50"/>
                    <a:pt x="11" y="53"/>
                    <a:pt x="11" y="57"/>
                  </a:cubicBezTo>
                  <a:cubicBezTo>
                    <a:pt x="11" y="60"/>
                    <a:pt x="12" y="64"/>
                    <a:pt x="15" y="66"/>
                  </a:cubicBezTo>
                  <a:cubicBezTo>
                    <a:pt x="17" y="69"/>
                    <a:pt x="21" y="70"/>
                    <a:pt x="24" y="70"/>
                  </a:cubicBezTo>
                  <a:cubicBezTo>
                    <a:pt x="28" y="70"/>
                    <a:pt x="31" y="69"/>
                    <a:pt x="34" y="66"/>
                  </a:cubicBezTo>
                  <a:cubicBezTo>
                    <a:pt x="36" y="64"/>
                    <a:pt x="38" y="60"/>
                    <a:pt x="38" y="57"/>
                  </a:cubicBezTo>
                  <a:cubicBezTo>
                    <a:pt x="38" y="53"/>
                    <a:pt x="36" y="50"/>
                    <a:pt x="34" y="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Segoe UI" panose="020B0502040204020203" pitchFamily="34" charset="0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22"/>
            </p:custDataLst>
          </p:nvPr>
        </p:nvGrpSpPr>
        <p:grpSpPr>
          <a:xfrm>
            <a:off x="5321545" y="1520825"/>
            <a:ext cx="1592828" cy="1592826"/>
            <a:chOff x="5340595" y="1821962"/>
            <a:chExt cx="1592828" cy="1592826"/>
          </a:xfrm>
        </p:grpSpPr>
        <p:sp>
          <p:nvSpPr>
            <p:cNvPr id="28" name="椭圆 27"/>
            <p:cNvSpPr/>
            <p:nvPr>
              <p:custDataLst>
                <p:tags r:id="rId23"/>
              </p:custDataLst>
            </p:nvPr>
          </p:nvSpPr>
          <p:spPr>
            <a:xfrm>
              <a:off x="5340595" y="1821962"/>
              <a:ext cx="1592828" cy="1592826"/>
            </a:xfrm>
            <a:prstGeom prst="ellips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Segoe UI" panose="020B0502040204020203" pitchFamily="34" charset="0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29" name="Freeform 325"/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5930281" y="2428876"/>
              <a:ext cx="413456" cy="379000"/>
            </a:xfrm>
            <a:custGeom>
              <a:avLst/>
              <a:gdLst>
                <a:gd name="T0" fmla="*/ 121 w 156"/>
                <a:gd name="T1" fmla="*/ 0 h 143"/>
                <a:gd name="T2" fmla="*/ 128 w 156"/>
                <a:gd name="T3" fmla="*/ 8 h 143"/>
                <a:gd name="T4" fmla="*/ 116 w 156"/>
                <a:gd name="T5" fmla="*/ 41 h 143"/>
                <a:gd name="T6" fmla="*/ 29 w 156"/>
                <a:gd name="T7" fmla="*/ 12 h 143"/>
                <a:gd name="T8" fmla="*/ 36 w 156"/>
                <a:gd name="T9" fmla="*/ 19 h 143"/>
                <a:gd name="T10" fmla="*/ 45 w 156"/>
                <a:gd name="T11" fmla="*/ 27 h 143"/>
                <a:gd name="T12" fmla="*/ 29 w 156"/>
                <a:gd name="T13" fmla="*/ 34 h 143"/>
                <a:gd name="T14" fmla="*/ 36 w 156"/>
                <a:gd name="T15" fmla="*/ 38 h 143"/>
                <a:gd name="T16" fmla="*/ 45 w 156"/>
                <a:gd name="T17" fmla="*/ 48 h 143"/>
                <a:gd name="T18" fmla="*/ 29 w 156"/>
                <a:gd name="T19" fmla="*/ 55 h 143"/>
                <a:gd name="T20" fmla="*/ 36 w 156"/>
                <a:gd name="T21" fmla="*/ 60 h 143"/>
                <a:gd name="T22" fmla="*/ 45 w 156"/>
                <a:gd name="T23" fmla="*/ 67 h 143"/>
                <a:gd name="T24" fmla="*/ 29 w 156"/>
                <a:gd name="T25" fmla="*/ 74 h 143"/>
                <a:gd name="T26" fmla="*/ 36 w 156"/>
                <a:gd name="T27" fmla="*/ 79 h 143"/>
                <a:gd name="T28" fmla="*/ 45 w 156"/>
                <a:gd name="T29" fmla="*/ 88 h 143"/>
                <a:gd name="T30" fmla="*/ 29 w 156"/>
                <a:gd name="T31" fmla="*/ 95 h 143"/>
                <a:gd name="T32" fmla="*/ 36 w 156"/>
                <a:gd name="T33" fmla="*/ 100 h 143"/>
                <a:gd name="T34" fmla="*/ 45 w 156"/>
                <a:gd name="T35" fmla="*/ 109 h 143"/>
                <a:gd name="T36" fmla="*/ 29 w 156"/>
                <a:gd name="T37" fmla="*/ 117 h 143"/>
                <a:gd name="T38" fmla="*/ 29 w 156"/>
                <a:gd name="T39" fmla="*/ 131 h 143"/>
                <a:gd name="T40" fmla="*/ 116 w 156"/>
                <a:gd name="T41" fmla="*/ 102 h 143"/>
                <a:gd name="T42" fmla="*/ 128 w 156"/>
                <a:gd name="T43" fmla="*/ 136 h 143"/>
                <a:gd name="T44" fmla="*/ 121 w 156"/>
                <a:gd name="T45" fmla="*/ 143 h 143"/>
                <a:gd name="T46" fmla="*/ 17 w 156"/>
                <a:gd name="T47" fmla="*/ 143 h 143"/>
                <a:gd name="T48" fmla="*/ 17 w 156"/>
                <a:gd name="T49" fmla="*/ 126 h 143"/>
                <a:gd name="T50" fmla="*/ 0 w 156"/>
                <a:gd name="T51" fmla="*/ 114 h 143"/>
                <a:gd name="T52" fmla="*/ 17 w 156"/>
                <a:gd name="T53" fmla="*/ 105 h 143"/>
                <a:gd name="T54" fmla="*/ 0 w 156"/>
                <a:gd name="T55" fmla="*/ 93 h 143"/>
                <a:gd name="T56" fmla="*/ 17 w 156"/>
                <a:gd name="T57" fmla="*/ 86 h 143"/>
                <a:gd name="T58" fmla="*/ 0 w 156"/>
                <a:gd name="T59" fmla="*/ 74 h 143"/>
                <a:gd name="T60" fmla="*/ 17 w 156"/>
                <a:gd name="T61" fmla="*/ 64 h 143"/>
                <a:gd name="T62" fmla="*/ 0 w 156"/>
                <a:gd name="T63" fmla="*/ 53 h 143"/>
                <a:gd name="T64" fmla="*/ 17 w 156"/>
                <a:gd name="T65" fmla="*/ 45 h 143"/>
                <a:gd name="T66" fmla="*/ 0 w 156"/>
                <a:gd name="T67" fmla="*/ 34 h 143"/>
                <a:gd name="T68" fmla="*/ 17 w 156"/>
                <a:gd name="T69" fmla="*/ 8 h 143"/>
                <a:gd name="T70" fmla="*/ 24 w 156"/>
                <a:gd name="T71" fmla="*/ 0 h 143"/>
                <a:gd name="T72" fmla="*/ 57 w 156"/>
                <a:gd name="T73" fmla="*/ 69 h 143"/>
                <a:gd name="T74" fmla="*/ 74 w 156"/>
                <a:gd name="T75" fmla="*/ 76 h 143"/>
                <a:gd name="T76" fmla="*/ 57 w 156"/>
                <a:gd name="T77" fmla="*/ 69 h 143"/>
                <a:gd name="T78" fmla="*/ 57 w 156"/>
                <a:gd name="T79" fmla="*/ 55 h 143"/>
                <a:gd name="T80" fmla="*/ 86 w 156"/>
                <a:gd name="T81" fmla="*/ 60 h 143"/>
                <a:gd name="T82" fmla="*/ 57 w 156"/>
                <a:gd name="T83" fmla="*/ 55 h 143"/>
                <a:gd name="T84" fmla="*/ 57 w 156"/>
                <a:gd name="T85" fmla="*/ 38 h 143"/>
                <a:gd name="T86" fmla="*/ 100 w 156"/>
                <a:gd name="T87" fmla="*/ 45 h 143"/>
                <a:gd name="T88" fmla="*/ 57 w 156"/>
                <a:gd name="T89" fmla="*/ 38 h 143"/>
                <a:gd name="T90" fmla="*/ 57 w 156"/>
                <a:gd name="T91" fmla="*/ 24 h 143"/>
                <a:gd name="T92" fmla="*/ 100 w 156"/>
                <a:gd name="T93" fmla="*/ 31 h 143"/>
                <a:gd name="T94" fmla="*/ 57 w 156"/>
                <a:gd name="T95" fmla="*/ 24 h 143"/>
                <a:gd name="T96" fmla="*/ 74 w 156"/>
                <a:gd name="T97" fmla="*/ 114 h 143"/>
                <a:gd name="T98" fmla="*/ 93 w 156"/>
                <a:gd name="T99" fmla="*/ 112 h 143"/>
                <a:gd name="T100" fmla="*/ 76 w 156"/>
                <a:gd name="T101" fmla="*/ 95 h 143"/>
                <a:gd name="T102" fmla="*/ 74 w 156"/>
                <a:gd name="T103" fmla="*/ 114 h 143"/>
                <a:gd name="T104" fmla="*/ 140 w 156"/>
                <a:gd name="T105" fmla="*/ 31 h 143"/>
                <a:gd name="T106" fmla="*/ 100 w 156"/>
                <a:gd name="T107" fmla="*/ 105 h 143"/>
                <a:gd name="T108" fmla="*/ 140 w 156"/>
                <a:gd name="T109" fmla="*/ 31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56" h="143">
                  <a:moveTo>
                    <a:pt x="24" y="0"/>
                  </a:moveTo>
                  <a:lnTo>
                    <a:pt x="121" y="0"/>
                  </a:lnTo>
                  <a:lnTo>
                    <a:pt x="128" y="0"/>
                  </a:lnTo>
                  <a:lnTo>
                    <a:pt x="128" y="8"/>
                  </a:lnTo>
                  <a:lnTo>
                    <a:pt x="128" y="29"/>
                  </a:lnTo>
                  <a:lnTo>
                    <a:pt x="116" y="41"/>
                  </a:lnTo>
                  <a:lnTo>
                    <a:pt x="116" y="12"/>
                  </a:lnTo>
                  <a:lnTo>
                    <a:pt x="29" y="12"/>
                  </a:lnTo>
                  <a:lnTo>
                    <a:pt x="29" y="22"/>
                  </a:lnTo>
                  <a:lnTo>
                    <a:pt x="36" y="19"/>
                  </a:lnTo>
                  <a:lnTo>
                    <a:pt x="41" y="17"/>
                  </a:lnTo>
                  <a:lnTo>
                    <a:pt x="45" y="27"/>
                  </a:lnTo>
                  <a:lnTo>
                    <a:pt x="41" y="29"/>
                  </a:lnTo>
                  <a:lnTo>
                    <a:pt x="29" y="34"/>
                  </a:lnTo>
                  <a:lnTo>
                    <a:pt x="29" y="41"/>
                  </a:lnTo>
                  <a:lnTo>
                    <a:pt x="36" y="38"/>
                  </a:lnTo>
                  <a:lnTo>
                    <a:pt x="41" y="36"/>
                  </a:lnTo>
                  <a:lnTo>
                    <a:pt x="45" y="48"/>
                  </a:lnTo>
                  <a:lnTo>
                    <a:pt x="41" y="50"/>
                  </a:lnTo>
                  <a:lnTo>
                    <a:pt x="29" y="55"/>
                  </a:lnTo>
                  <a:lnTo>
                    <a:pt x="29" y="62"/>
                  </a:lnTo>
                  <a:lnTo>
                    <a:pt x="36" y="60"/>
                  </a:lnTo>
                  <a:lnTo>
                    <a:pt x="41" y="57"/>
                  </a:lnTo>
                  <a:lnTo>
                    <a:pt x="45" y="67"/>
                  </a:lnTo>
                  <a:lnTo>
                    <a:pt x="41" y="69"/>
                  </a:lnTo>
                  <a:lnTo>
                    <a:pt x="29" y="74"/>
                  </a:lnTo>
                  <a:lnTo>
                    <a:pt x="29" y="81"/>
                  </a:lnTo>
                  <a:lnTo>
                    <a:pt x="36" y="79"/>
                  </a:lnTo>
                  <a:lnTo>
                    <a:pt x="41" y="76"/>
                  </a:lnTo>
                  <a:lnTo>
                    <a:pt x="45" y="88"/>
                  </a:lnTo>
                  <a:lnTo>
                    <a:pt x="41" y="91"/>
                  </a:lnTo>
                  <a:lnTo>
                    <a:pt x="29" y="95"/>
                  </a:lnTo>
                  <a:lnTo>
                    <a:pt x="29" y="102"/>
                  </a:lnTo>
                  <a:lnTo>
                    <a:pt x="36" y="100"/>
                  </a:lnTo>
                  <a:lnTo>
                    <a:pt x="41" y="98"/>
                  </a:lnTo>
                  <a:lnTo>
                    <a:pt x="45" y="109"/>
                  </a:lnTo>
                  <a:lnTo>
                    <a:pt x="41" y="112"/>
                  </a:lnTo>
                  <a:lnTo>
                    <a:pt x="29" y="117"/>
                  </a:lnTo>
                  <a:lnTo>
                    <a:pt x="29" y="126"/>
                  </a:lnTo>
                  <a:lnTo>
                    <a:pt x="29" y="131"/>
                  </a:lnTo>
                  <a:lnTo>
                    <a:pt x="116" y="131"/>
                  </a:lnTo>
                  <a:lnTo>
                    <a:pt x="116" y="102"/>
                  </a:lnTo>
                  <a:lnTo>
                    <a:pt x="128" y="91"/>
                  </a:lnTo>
                  <a:lnTo>
                    <a:pt x="128" y="136"/>
                  </a:lnTo>
                  <a:lnTo>
                    <a:pt x="128" y="143"/>
                  </a:lnTo>
                  <a:lnTo>
                    <a:pt x="121" y="143"/>
                  </a:lnTo>
                  <a:lnTo>
                    <a:pt x="24" y="143"/>
                  </a:lnTo>
                  <a:lnTo>
                    <a:pt x="17" y="143"/>
                  </a:lnTo>
                  <a:lnTo>
                    <a:pt x="17" y="136"/>
                  </a:lnTo>
                  <a:lnTo>
                    <a:pt x="17" y="126"/>
                  </a:lnTo>
                  <a:lnTo>
                    <a:pt x="3" y="126"/>
                  </a:lnTo>
                  <a:lnTo>
                    <a:pt x="0" y="114"/>
                  </a:lnTo>
                  <a:lnTo>
                    <a:pt x="17" y="109"/>
                  </a:lnTo>
                  <a:lnTo>
                    <a:pt x="17" y="105"/>
                  </a:lnTo>
                  <a:lnTo>
                    <a:pt x="3" y="105"/>
                  </a:lnTo>
                  <a:lnTo>
                    <a:pt x="0" y="93"/>
                  </a:lnTo>
                  <a:lnTo>
                    <a:pt x="17" y="86"/>
                  </a:lnTo>
                  <a:lnTo>
                    <a:pt x="17" y="86"/>
                  </a:lnTo>
                  <a:lnTo>
                    <a:pt x="3" y="86"/>
                  </a:lnTo>
                  <a:lnTo>
                    <a:pt x="0" y="74"/>
                  </a:lnTo>
                  <a:lnTo>
                    <a:pt x="17" y="67"/>
                  </a:lnTo>
                  <a:lnTo>
                    <a:pt x="17" y="64"/>
                  </a:lnTo>
                  <a:lnTo>
                    <a:pt x="3" y="64"/>
                  </a:lnTo>
                  <a:lnTo>
                    <a:pt x="0" y="53"/>
                  </a:lnTo>
                  <a:lnTo>
                    <a:pt x="17" y="45"/>
                  </a:lnTo>
                  <a:lnTo>
                    <a:pt x="17" y="45"/>
                  </a:lnTo>
                  <a:lnTo>
                    <a:pt x="3" y="45"/>
                  </a:lnTo>
                  <a:lnTo>
                    <a:pt x="0" y="34"/>
                  </a:lnTo>
                  <a:lnTo>
                    <a:pt x="17" y="27"/>
                  </a:lnTo>
                  <a:lnTo>
                    <a:pt x="17" y="8"/>
                  </a:lnTo>
                  <a:lnTo>
                    <a:pt x="17" y="0"/>
                  </a:lnTo>
                  <a:lnTo>
                    <a:pt x="24" y="0"/>
                  </a:lnTo>
                  <a:lnTo>
                    <a:pt x="24" y="0"/>
                  </a:lnTo>
                  <a:close/>
                  <a:moveTo>
                    <a:pt x="57" y="69"/>
                  </a:moveTo>
                  <a:lnTo>
                    <a:pt x="57" y="76"/>
                  </a:lnTo>
                  <a:lnTo>
                    <a:pt x="74" y="76"/>
                  </a:lnTo>
                  <a:lnTo>
                    <a:pt x="74" y="69"/>
                  </a:lnTo>
                  <a:lnTo>
                    <a:pt x="57" y="69"/>
                  </a:lnTo>
                  <a:lnTo>
                    <a:pt x="57" y="69"/>
                  </a:lnTo>
                  <a:close/>
                  <a:moveTo>
                    <a:pt x="57" y="55"/>
                  </a:moveTo>
                  <a:lnTo>
                    <a:pt x="57" y="60"/>
                  </a:lnTo>
                  <a:lnTo>
                    <a:pt x="86" y="60"/>
                  </a:lnTo>
                  <a:lnTo>
                    <a:pt x="86" y="55"/>
                  </a:lnTo>
                  <a:lnTo>
                    <a:pt x="57" y="55"/>
                  </a:lnTo>
                  <a:lnTo>
                    <a:pt x="57" y="55"/>
                  </a:lnTo>
                  <a:close/>
                  <a:moveTo>
                    <a:pt x="57" y="38"/>
                  </a:moveTo>
                  <a:lnTo>
                    <a:pt x="57" y="45"/>
                  </a:lnTo>
                  <a:lnTo>
                    <a:pt x="100" y="45"/>
                  </a:lnTo>
                  <a:lnTo>
                    <a:pt x="100" y="38"/>
                  </a:lnTo>
                  <a:lnTo>
                    <a:pt x="57" y="38"/>
                  </a:lnTo>
                  <a:lnTo>
                    <a:pt x="57" y="38"/>
                  </a:lnTo>
                  <a:close/>
                  <a:moveTo>
                    <a:pt x="57" y="24"/>
                  </a:moveTo>
                  <a:lnTo>
                    <a:pt x="57" y="31"/>
                  </a:lnTo>
                  <a:lnTo>
                    <a:pt x="100" y="31"/>
                  </a:lnTo>
                  <a:lnTo>
                    <a:pt x="100" y="24"/>
                  </a:lnTo>
                  <a:lnTo>
                    <a:pt x="57" y="24"/>
                  </a:lnTo>
                  <a:lnTo>
                    <a:pt x="57" y="24"/>
                  </a:lnTo>
                  <a:close/>
                  <a:moveTo>
                    <a:pt x="74" y="114"/>
                  </a:moveTo>
                  <a:lnTo>
                    <a:pt x="83" y="114"/>
                  </a:lnTo>
                  <a:lnTo>
                    <a:pt x="93" y="112"/>
                  </a:lnTo>
                  <a:lnTo>
                    <a:pt x="83" y="102"/>
                  </a:lnTo>
                  <a:lnTo>
                    <a:pt x="76" y="95"/>
                  </a:lnTo>
                  <a:lnTo>
                    <a:pt x="74" y="105"/>
                  </a:lnTo>
                  <a:lnTo>
                    <a:pt x="74" y="114"/>
                  </a:lnTo>
                  <a:lnTo>
                    <a:pt x="74" y="114"/>
                  </a:lnTo>
                  <a:close/>
                  <a:moveTo>
                    <a:pt x="140" y="31"/>
                  </a:moveTo>
                  <a:lnTo>
                    <a:pt x="83" y="86"/>
                  </a:lnTo>
                  <a:lnTo>
                    <a:pt x="100" y="105"/>
                  </a:lnTo>
                  <a:lnTo>
                    <a:pt x="156" y="50"/>
                  </a:lnTo>
                  <a:lnTo>
                    <a:pt x="140" y="3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Segoe UI" panose="020B0502040204020203" pitchFamily="34" charset="0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18916"/>
            <a:ext cx="12192000" cy="3651922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0063" y="3154684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尚酷简体" panose="03000509000000000000" pitchFamily="65" charset="-122"/>
                <a:ea typeface="方正尚酷简体" panose="03000509000000000000" pitchFamily="65" charset="-122"/>
              </a:rPr>
              <a:t>市场与销售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92300" y="4286629"/>
            <a:ext cx="8407400" cy="517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We have many PowerPoint </a:t>
            </a:r>
            <a:r>
              <a:rPr lang="zh-CN" altLang="en-US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templates</a:t>
            </a:r>
            <a:r>
              <a:rPr lang="en-US" altLang="zh-CN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 that has been specifically designed to help anyone that is stepping into the world of PowerPoint for the very first time.</a:t>
            </a:r>
            <a:endParaRPr lang="zh-CN" altLang="en-US" sz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5" name="任意多边形: 形状 14"/>
          <p:cNvSpPr/>
          <p:nvPr/>
        </p:nvSpPr>
        <p:spPr>
          <a:xfrm>
            <a:off x="5021943" y="1321504"/>
            <a:ext cx="2148114" cy="1382640"/>
          </a:xfrm>
          <a:custGeom>
            <a:avLst/>
            <a:gdLst>
              <a:gd name="connsiteX0" fmla="*/ 0 w 4318004"/>
              <a:gd name="connsiteY0" fmla="*/ 3405519 h 3947521"/>
              <a:gd name="connsiteX1" fmla="*/ 4318004 w 4318004"/>
              <a:gd name="connsiteY1" fmla="*/ 3405519 h 3947521"/>
              <a:gd name="connsiteX2" fmla="*/ 2159002 w 4318004"/>
              <a:gd name="connsiteY2" fmla="*/ 3947521 h 3947521"/>
              <a:gd name="connsiteX3" fmla="*/ 0 w 4318004"/>
              <a:gd name="connsiteY3" fmla="*/ 0 h 3947521"/>
              <a:gd name="connsiteX4" fmla="*/ 4318004 w 4318004"/>
              <a:gd name="connsiteY4" fmla="*/ 0 h 3947521"/>
              <a:gd name="connsiteX5" fmla="*/ 4318004 w 4318004"/>
              <a:gd name="connsiteY5" fmla="*/ 1339228 h 3947521"/>
              <a:gd name="connsiteX6" fmla="*/ 4318004 w 4318004"/>
              <a:gd name="connsiteY6" fmla="*/ 2122339 h 3947521"/>
              <a:gd name="connsiteX7" fmla="*/ 4318004 w 4318004"/>
              <a:gd name="connsiteY7" fmla="*/ 3405518 h 3947521"/>
              <a:gd name="connsiteX8" fmla="*/ 0 w 4318004"/>
              <a:gd name="connsiteY8" fmla="*/ 3405518 h 3947521"/>
              <a:gd name="connsiteX9" fmla="*/ 0 w 4318004"/>
              <a:gd name="connsiteY9" fmla="*/ 2122339 h 3947521"/>
              <a:gd name="connsiteX10" fmla="*/ 0 w 4318004"/>
              <a:gd name="connsiteY10" fmla="*/ 1339228 h 3947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18004" h="3947521">
                <a:moveTo>
                  <a:pt x="0" y="3405519"/>
                </a:moveTo>
                <a:lnTo>
                  <a:pt x="4318004" y="3405519"/>
                </a:lnTo>
                <a:lnTo>
                  <a:pt x="2159002" y="3947521"/>
                </a:lnTo>
                <a:close/>
                <a:moveTo>
                  <a:pt x="0" y="0"/>
                </a:moveTo>
                <a:lnTo>
                  <a:pt x="4318004" y="0"/>
                </a:lnTo>
                <a:lnTo>
                  <a:pt x="4318004" y="1339228"/>
                </a:lnTo>
                <a:lnTo>
                  <a:pt x="4318004" y="2122339"/>
                </a:lnTo>
                <a:lnTo>
                  <a:pt x="4318004" y="3405518"/>
                </a:lnTo>
                <a:lnTo>
                  <a:pt x="0" y="3405518"/>
                </a:lnTo>
                <a:lnTo>
                  <a:pt x="0" y="2122339"/>
                </a:lnTo>
                <a:lnTo>
                  <a:pt x="0" y="1339228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04</a:t>
            </a:r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9827" y="37174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四、市场与销售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6" name="Shape 1452"/>
          <p:cNvSpPr/>
          <p:nvPr>
            <p:custDataLst>
              <p:tags r:id="rId1"/>
            </p:custDataLst>
          </p:nvPr>
        </p:nvSpPr>
        <p:spPr>
          <a:xfrm>
            <a:off x="1138822" y="3315787"/>
            <a:ext cx="2292817" cy="2612203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1454"/>
          <p:cNvSpPr/>
          <p:nvPr>
            <p:custDataLst>
              <p:tags r:id="rId2"/>
            </p:custDataLst>
          </p:nvPr>
        </p:nvSpPr>
        <p:spPr>
          <a:xfrm>
            <a:off x="5218406" y="3314517"/>
            <a:ext cx="2292819" cy="2612203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1456"/>
          <p:cNvSpPr/>
          <p:nvPr>
            <p:custDataLst>
              <p:tags r:id="rId3"/>
            </p:custDataLst>
          </p:nvPr>
        </p:nvSpPr>
        <p:spPr>
          <a:xfrm>
            <a:off x="9092757" y="3315152"/>
            <a:ext cx="2292819" cy="2612203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1460"/>
          <p:cNvSpPr/>
          <p:nvPr>
            <p:custDataLst>
              <p:tags r:id="rId4"/>
            </p:custDataLst>
          </p:nvPr>
        </p:nvSpPr>
        <p:spPr>
          <a:xfrm>
            <a:off x="1441325" y="2476766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20"/>
          <p:cNvGrpSpPr/>
          <p:nvPr>
            <p:custDataLst>
              <p:tags r:id="rId5"/>
            </p:custDataLst>
          </p:nvPr>
        </p:nvGrpSpPr>
        <p:grpSpPr>
          <a:xfrm>
            <a:off x="1369089" y="2516998"/>
            <a:ext cx="474017" cy="474017"/>
            <a:chOff x="1369087" y="2088729"/>
            <a:chExt cx="474017" cy="474016"/>
          </a:xfrm>
        </p:grpSpPr>
        <p:sp>
          <p:nvSpPr>
            <p:cNvPr id="12" name="Shape 1463"/>
            <p:cNvSpPr/>
            <p:nvPr>
              <p:custDataLst>
                <p:tags r:id="rId6"/>
              </p:custDataLst>
            </p:nvPr>
          </p:nvSpPr>
          <p:spPr>
            <a:xfrm>
              <a:off x="1369087" y="2088729"/>
              <a:ext cx="474017" cy="474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Shape 1464"/>
            <p:cNvSpPr/>
            <p:nvPr>
              <p:custDataLst>
                <p:tags r:id="rId7"/>
              </p:custDataLst>
            </p:nvPr>
          </p:nvSpPr>
          <p:spPr>
            <a:xfrm>
              <a:off x="1477567" y="2232573"/>
              <a:ext cx="23165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Shape 1465"/>
          <p:cNvSpPr/>
          <p:nvPr>
            <p:custDataLst>
              <p:tags r:id="rId8"/>
            </p:custDataLst>
          </p:nvPr>
        </p:nvSpPr>
        <p:spPr>
          <a:xfrm>
            <a:off x="5527895" y="2476766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468"/>
          <p:cNvSpPr/>
          <p:nvPr>
            <p:custDataLst>
              <p:tags r:id="rId9"/>
            </p:custDataLst>
          </p:nvPr>
        </p:nvSpPr>
        <p:spPr>
          <a:xfrm>
            <a:off x="9386460" y="2434993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Group 32"/>
          <p:cNvGrpSpPr/>
          <p:nvPr>
            <p:custDataLst>
              <p:tags r:id="rId10"/>
            </p:custDataLst>
          </p:nvPr>
        </p:nvGrpSpPr>
        <p:grpSpPr>
          <a:xfrm>
            <a:off x="5487742" y="2479532"/>
            <a:ext cx="474017" cy="474017"/>
            <a:chOff x="3906591" y="2088732"/>
            <a:chExt cx="474017" cy="474017"/>
          </a:xfrm>
          <a:solidFill>
            <a:schemeClr val="bg1"/>
          </a:solidFill>
        </p:grpSpPr>
        <p:sp>
          <p:nvSpPr>
            <p:cNvPr id="18" name="Shape 1474"/>
            <p:cNvSpPr/>
            <p:nvPr>
              <p:custDataLst>
                <p:tags r:id="rId11"/>
              </p:custDataLst>
            </p:nvPr>
          </p:nvSpPr>
          <p:spPr>
            <a:xfrm>
              <a:off x="3906591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Group 1479"/>
            <p:cNvGrpSpPr/>
            <p:nvPr/>
          </p:nvGrpSpPr>
          <p:grpSpPr>
            <a:xfrm>
              <a:off x="4031314" y="2211790"/>
              <a:ext cx="199171" cy="186335"/>
              <a:chOff x="0" y="0"/>
              <a:chExt cx="398340" cy="372667"/>
            </a:xfrm>
            <a:grpFill/>
          </p:grpSpPr>
          <p:sp>
            <p:nvSpPr>
              <p:cNvPr id="20" name="Shape 1477"/>
              <p:cNvSpPr/>
              <p:nvPr>
                <p:custDataLst>
                  <p:tags r:id="rId12"/>
                </p:custDataLst>
              </p:nvPr>
            </p:nvSpPr>
            <p:spPr>
              <a:xfrm>
                <a:off x="0" y="0"/>
                <a:ext cx="346395" cy="241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4" h="21420" extrusionOk="0">
                    <a:moveTo>
                      <a:pt x="21474" y="11049"/>
                    </a:moveTo>
                    <a:lnTo>
                      <a:pt x="18909" y="958"/>
                    </a:lnTo>
                    <a:cubicBezTo>
                      <a:pt x="18720" y="217"/>
                      <a:pt x="18164" y="-180"/>
                      <a:pt x="17669" y="79"/>
                    </a:cubicBezTo>
                    <a:lnTo>
                      <a:pt x="618" y="8962"/>
                    </a:lnTo>
                    <a:cubicBezTo>
                      <a:pt x="123" y="9221"/>
                      <a:pt x="-126" y="10036"/>
                      <a:pt x="64" y="10782"/>
                    </a:cubicBezTo>
                    <a:lnTo>
                      <a:pt x="2769" y="21420"/>
                    </a:lnTo>
                    <a:lnTo>
                      <a:pt x="2769" y="15715"/>
                    </a:lnTo>
                    <a:cubicBezTo>
                      <a:pt x="2769" y="13145"/>
                      <a:pt x="4209" y="11049"/>
                      <a:pt x="5979" y="11049"/>
                    </a:cubicBezTo>
                    <a:lnTo>
                      <a:pt x="10484" y="11049"/>
                    </a:lnTo>
                    <a:lnTo>
                      <a:pt x="15858" y="5663"/>
                    </a:lnTo>
                    <a:lnTo>
                      <a:pt x="18967" y="11049"/>
                    </a:lnTo>
                    <a:cubicBezTo>
                      <a:pt x="18967" y="11049"/>
                      <a:pt x="21474" y="11049"/>
                      <a:pt x="21474" y="11049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Shape 147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4826" y="149651"/>
                <a:ext cx="323515" cy="223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71" y="0"/>
                    </a:moveTo>
                    <a:lnTo>
                      <a:pt x="1028" y="0"/>
                    </a:lnTo>
                    <a:cubicBezTo>
                      <a:pt x="460" y="0"/>
                      <a:pt x="0" y="708"/>
                      <a:pt x="0" y="1571"/>
                    </a:cubicBezTo>
                    <a:lnTo>
                      <a:pt x="0" y="20029"/>
                    </a:lnTo>
                    <a:cubicBezTo>
                      <a:pt x="0" y="20897"/>
                      <a:pt x="460" y="21600"/>
                      <a:pt x="1028" y="21600"/>
                    </a:cubicBezTo>
                    <a:lnTo>
                      <a:pt x="20571" y="21600"/>
                    </a:lnTo>
                    <a:cubicBezTo>
                      <a:pt x="21140" y="21600"/>
                      <a:pt x="21600" y="20897"/>
                      <a:pt x="21600" y="20029"/>
                    </a:cubicBezTo>
                    <a:lnTo>
                      <a:pt x="21600" y="1571"/>
                    </a:lnTo>
                    <a:cubicBezTo>
                      <a:pt x="21600" y="708"/>
                      <a:pt x="21140" y="0"/>
                      <a:pt x="20571" y="0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5" name="Text Placeholder 5"/>
          <p:cNvSpPr txBox="1"/>
          <p:nvPr>
            <p:custDataLst>
              <p:tags r:id="rId14"/>
            </p:custDataLst>
          </p:nvPr>
        </p:nvSpPr>
        <p:spPr>
          <a:xfrm>
            <a:off x="1403729" y="3031730"/>
            <a:ext cx="1698820" cy="577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8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UV</a:t>
            </a:r>
            <a:r>
              <a:rPr lang="zh-CN" altLang="en-US" sz="18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胶客户</a:t>
            </a:r>
            <a:endParaRPr lang="zh-CN" altLang="en-US" sz="1800" dirty="0">
              <a:solidFill>
                <a:schemeClr val="bg1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26" name="Text Placeholder 6"/>
          <p:cNvSpPr txBox="1"/>
          <p:nvPr>
            <p:custDataLst>
              <p:tags r:id="rId15"/>
            </p:custDataLst>
          </p:nvPr>
        </p:nvSpPr>
        <p:spPr>
          <a:xfrm>
            <a:off x="1257659" y="4436503"/>
            <a:ext cx="2054032" cy="1134191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产品粘度标准差下降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70%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，点胶良率提升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5%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27" name="Text Placeholder 5"/>
          <p:cNvSpPr txBox="1"/>
          <p:nvPr>
            <p:custDataLst>
              <p:tags r:id="rId16"/>
            </p:custDataLst>
          </p:nvPr>
        </p:nvSpPr>
        <p:spPr>
          <a:xfrm>
            <a:off x="5581392" y="3031730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汽车涂料厂</a:t>
            </a:r>
            <a:endParaRPr lang="zh-CN" altLang="en-US" sz="1800" dirty="0">
              <a:solidFill>
                <a:schemeClr val="bg1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29" name="Text Placeholder 6"/>
          <p:cNvSpPr txBox="1"/>
          <p:nvPr>
            <p:custDataLst>
              <p:tags r:id="rId17"/>
            </p:custDataLst>
          </p:nvPr>
        </p:nvSpPr>
        <p:spPr>
          <a:xfrm>
            <a:off x="5400043" y="4447933"/>
            <a:ext cx="1815245" cy="11341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色差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ΔE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稳定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&lt;0.5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，调色时间缩短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40%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32" name="Text Placeholder 5"/>
          <p:cNvSpPr txBox="1"/>
          <p:nvPr>
            <p:custDataLst>
              <p:tags r:id="rId18"/>
            </p:custDataLst>
          </p:nvPr>
        </p:nvSpPr>
        <p:spPr>
          <a:xfrm>
            <a:off x="9438331" y="3101580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培养基生产商</a:t>
            </a:r>
            <a:endParaRPr lang="zh-CN" altLang="en-US" sz="1800" dirty="0">
              <a:solidFill>
                <a:schemeClr val="bg1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33" name="Shape 1475"/>
          <p:cNvSpPr/>
          <p:nvPr>
            <p:custDataLst>
              <p:tags r:id="rId19"/>
            </p:custDataLst>
          </p:nvPr>
        </p:nvSpPr>
        <p:spPr>
          <a:xfrm>
            <a:off x="9386385" y="2373487"/>
            <a:ext cx="474017" cy="47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Shape 1480"/>
          <p:cNvSpPr/>
          <p:nvPr>
            <p:custDataLst>
              <p:tags r:id="rId20"/>
            </p:custDataLst>
          </p:nvPr>
        </p:nvSpPr>
        <p:spPr>
          <a:xfrm>
            <a:off x="9529897" y="2528295"/>
            <a:ext cx="186347" cy="186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43" y="20435"/>
                </a:moveTo>
                <a:cubicBezTo>
                  <a:pt x="17964" y="20435"/>
                  <a:pt x="17252" y="19721"/>
                  <a:pt x="17252" y="18844"/>
                </a:cubicBezTo>
                <a:cubicBezTo>
                  <a:pt x="17252" y="17964"/>
                  <a:pt x="17964" y="17253"/>
                  <a:pt x="18843" y="17253"/>
                </a:cubicBezTo>
                <a:cubicBezTo>
                  <a:pt x="19721" y="17253"/>
                  <a:pt x="20434" y="17964"/>
                  <a:pt x="20434" y="18844"/>
                </a:cubicBezTo>
                <a:cubicBezTo>
                  <a:pt x="20434" y="19721"/>
                  <a:pt x="19721" y="20435"/>
                  <a:pt x="18843" y="20435"/>
                </a:cubicBezTo>
                <a:close/>
                <a:moveTo>
                  <a:pt x="12390" y="18844"/>
                </a:moveTo>
                <a:cubicBezTo>
                  <a:pt x="12390" y="19721"/>
                  <a:pt x="11679" y="20435"/>
                  <a:pt x="10801" y="20435"/>
                </a:cubicBezTo>
                <a:cubicBezTo>
                  <a:pt x="9922" y="20435"/>
                  <a:pt x="9210" y="19721"/>
                  <a:pt x="9210" y="18844"/>
                </a:cubicBezTo>
                <a:cubicBezTo>
                  <a:pt x="9210" y="17964"/>
                  <a:pt x="9922" y="17253"/>
                  <a:pt x="10801" y="17253"/>
                </a:cubicBezTo>
                <a:cubicBezTo>
                  <a:pt x="11679" y="17253"/>
                  <a:pt x="12390" y="17964"/>
                  <a:pt x="12390" y="18844"/>
                </a:cubicBezTo>
                <a:close/>
                <a:moveTo>
                  <a:pt x="9210" y="2756"/>
                </a:moveTo>
                <a:cubicBezTo>
                  <a:pt x="9210" y="1879"/>
                  <a:pt x="9922" y="1165"/>
                  <a:pt x="10801" y="1165"/>
                </a:cubicBezTo>
                <a:cubicBezTo>
                  <a:pt x="11679" y="1165"/>
                  <a:pt x="12390" y="1879"/>
                  <a:pt x="12390" y="2756"/>
                </a:cubicBezTo>
                <a:cubicBezTo>
                  <a:pt x="12390" y="3636"/>
                  <a:pt x="11679" y="4347"/>
                  <a:pt x="10801" y="4347"/>
                </a:cubicBezTo>
                <a:cubicBezTo>
                  <a:pt x="9922" y="4347"/>
                  <a:pt x="9210" y="3636"/>
                  <a:pt x="9210" y="2756"/>
                </a:cubicBezTo>
                <a:close/>
                <a:moveTo>
                  <a:pt x="4348" y="18844"/>
                </a:moveTo>
                <a:cubicBezTo>
                  <a:pt x="4348" y="19721"/>
                  <a:pt x="3636" y="20435"/>
                  <a:pt x="2757" y="20435"/>
                </a:cubicBezTo>
                <a:cubicBezTo>
                  <a:pt x="1879" y="20435"/>
                  <a:pt x="1168" y="19721"/>
                  <a:pt x="1168" y="18844"/>
                </a:cubicBezTo>
                <a:cubicBezTo>
                  <a:pt x="1168" y="17964"/>
                  <a:pt x="1879" y="17253"/>
                  <a:pt x="2757" y="17253"/>
                </a:cubicBezTo>
                <a:cubicBezTo>
                  <a:pt x="3636" y="17253"/>
                  <a:pt x="4348" y="17964"/>
                  <a:pt x="4348" y="18844"/>
                </a:cubicBezTo>
                <a:close/>
                <a:moveTo>
                  <a:pt x="19934" y="16312"/>
                </a:moveTo>
                <a:lnTo>
                  <a:pt x="19934" y="13672"/>
                </a:lnTo>
                <a:cubicBezTo>
                  <a:pt x="19934" y="12078"/>
                  <a:pt x="18879" y="9707"/>
                  <a:pt x="15971" y="9707"/>
                </a:cubicBezTo>
                <a:lnTo>
                  <a:pt x="13673" y="9707"/>
                </a:lnTo>
                <a:cubicBezTo>
                  <a:pt x="12050" y="9707"/>
                  <a:pt x="11899" y="8913"/>
                  <a:pt x="11892" y="8503"/>
                </a:cubicBezTo>
                <a:lnTo>
                  <a:pt x="11892" y="5288"/>
                </a:lnTo>
                <a:cubicBezTo>
                  <a:pt x="12872" y="4867"/>
                  <a:pt x="13558" y="3893"/>
                  <a:pt x="13558" y="2756"/>
                </a:cubicBezTo>
                <a:cubicBezTo>
                  <a:pt x="13558" y="1234"/>
                  <a:pt x="12323" y="0"/>
                  <a:pt x="10801" y="0"/>
                </a:cubicBezTo>
                <a:cubicBezTo>
                  <a:pt x="9277" y="0"/>
                  <a:pt x="8043" y="1234"/>
                  <a:pt x="8043" y="2756"/>
                </a:cubicBezTo>
                <a:cubicBezTo>
                  <a:pt x="8043" y="3893"/>
                  <a:pt x="8730" y="4867"/>
                  <a:pt x="9709" y="5288"/>
                </a:cubicBezTo>
                <a:lnTo>
                  <a:pt x="9709" y="8503"/>
                </a:lnTo>
                <a:cubicBezTo>
                  <a:pt x="9709" y="8799"/>
                  <a:pt x="9623" y="9707"/>
                  <a:pt x="7927" y="9707"/>
                </a:cubicBezTo>
                <a:lnTo>
                  <a:pt x="5631" y="9707"/>
                </a:lnTo>
                <a:cubicBezTo>
                  <a:pt x="2723" y="9707"/>
                  <a:pt x="1666" y="12078"/>
                  <a:pt x="1666" y="13672"/>
                </a:cubicBezTo>
                <a:lnTo>
                  <a:pt x="1666" y="16312"/>
                </a:lnTo>
                <a:cubicBezTo>
                  <a:pt x="686" y="16733"/>
                  <a:pt x="0" y="17707"/>
                  <a:pt x="0" y="18844"/>
                </a:cubicBezTo>
                <a:cubicBezTo>
                  <a:pt x="0" y="20366"/>
                  <a:pt x="1235" y="21600"/>
                  <a:pt x="2757" y="21600"/>
                </a:cubicBezTo>
                <a:cubicBezTo>
                  <a:pt x="4280" y="21600"/>
                  <a:pt x="5516" y="20366"/>
                  <a:pt x="5516" y="18844"/>
                </a:cubicBezTo>
                <a:cubicBezTo>
                  <a:pt x="5516" y="17707"/>
                  <a:pt x="4828" y="16733"/>
                  <a:pt x="3849" y="16312"/>
                </a:cubicBezTo>
                <a:lnTo>
                  <a:pt x="3849" y="13672"/>
                </a:lnTo>
                <a:cubicBezTo>
                  <a:pt x="3849" y="13376"/>
                  <a:pt x="3935" y="11890"/>
                  <a:pt x="5631" y="11890"/>
                </a:cubicBezTo>
                <a:lnTo>
                  <a:pt x="7927" y="11890"/>
                </a:lnTo>
                <a:cubicBezTo>
                  <a:pt x="8626" y="11890"/>
                  <a:pt x="9214" y="11785"/>
                  <a:pt x="9709" y="11608"/>
                </a:cubicBezTo>
                <a:lnTo>
                  <a:pt x="9709" y="16312"/>
                </a:lnTo>
                <a:cubicBezTo>
                  <a:pt x="8730" y="16733"/>
                  <a:pt x="8043" y="17707"/>
                  <a:pt x="8043" y="18844"/>
                </a:cubicBezTo>
                <a:cubicBezTo>
                  <a:pt x="8043" y="20366"/>
                  <a:pt x="9277" y="21600"/>
                  <a:pt x="10801" y="21600"/>
                </a:cubicBezTo>
                <a:cubicBezTo>
                  <a:pt x="12323" y="21600"/>
                  <a:pt x="13558" y="20366"/>
                  <a:pt x="13558" y="18844"/>
                </a:cubicBezTo>
                <a:cubicBezTo>
                  <a:pt x="13558" y="17707"/>
                  <a:pt x="12872" y="16733"/>
                  <a:pt x="11892" y="16312"/>
                </a:cubicBezTo>
                <a:lnTo>
                  <a:pt x="11892" y="11608"/>
                </a:lnTo>
                <a:cubicBezTo>
                  <a:pt x="12388" y="11785"/>
                  <a:pt x="12975" y="11890"/>
                  <a:pt x="13673" y="11890"/>
                </a:cubicBezTo>
                <a:lnTo>
                  <a:pt x="15971" y="11890"/>
                </a:lnTo>
                <a:cubicBezTo>
                  <a:pt x="17592" y="11890"/>
                  <a:pt x="17743" y="13263"/>
                  <a:pt x="17751" y="13672"/>
                </a:cubicBezTo>
                <a:lnTo>
                  <a:pt x="17751" y="16312"/>
                </a:lnTo>
                <a:cubicBezTo>
                  <a:pt x="16772" y="16733"/>
                  <a:pt x="16086" y="17707"/>
                  <a:pt x="16086" y="18844"/>
                </a:cubicBezTo>
                <a:cubicBezTo>
                  <a:pt x="16086" y="20366"/>
                  <a:pt x="17320" y="21600"/>
                  <a:pt x="18843" y="21600"/>
                </a:cubicBezTo>
                <a:cubicBezTo>
                  <a:pt x="20366" y="21600"/>
                  <a:pt x="21600" y="20366"/>
                  <a:pt x="21600" y="18844"/>
                </a:cubicBezTo>
                <a:cubicBezTo>
                  <a:pt x="21600" y="17707"/>
                  <a:pt x="20914" y="16733"/>
                  <a:pt x="19934" y="16312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204335" y="1420495"/>
            <a:ext cx="4622800" cy="1014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客户价值数据</a:t>
            </a:r>
            <a:endParaRPr lang="zh-CN" altLang="en-US" sz="4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239250" y="4514850"/>
            <a:ext cx="19558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关键成分浓度波动（</a:t>
            </a:r>
            <a:r>
              <a:rPr lang="en-US" altLang="zh-CN" sz="2000" b="1"/>
              <a:t>CV</a:t>
            </a:r>
            <a:r>
              <a:rPr lang="zh-CN" altLang="en-US" sz="2000" b="1"/>
              <a:t>值）从</a:t>
            </a:r>
            <a:r>
              <a:rPr lang="en-US" altLang="zh-CN" sz="2000" b="1"/>
              <a:t>8%</a:t>
            </a:r>
            <a:r>
              <a:rPr lang="zh-CN" altLang="en-US" sz="2000" b="1"/>
              <a:t>降至</a:t>
            </a:r>
            <a:r>
              <a:rPr lang="en-US" altLang="zh-CN" sz="2000" b="1"/>
              <a:t>2%</a:t>
            </a:r>
            <a:r>
              <a:rPr lang="zh-CN" altLang="en-US" sz="2000" b="1"/>
              <a:t>以内。</a:t>
            </a:r>
            <a:endParaRPr lang="zh-CN" altLang="en-US" sz="2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49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49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49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49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49"/>
                            </p:stCondLst>
                            <p:childTnLst>
                              <p:par>
                                <p:cTn id="4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49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49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49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49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549"/>
                            </p:stCondLst>
                            <p:childTnLst>
                              <p:par>
                                <p:cTn id="6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049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549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49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49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 animBg="1"/>
      <p:bldP spid="7" grpId="0" bldLvl="0" animBg="1"/>
      <p:bldP spid="8" grpId="0" bldLvl="0" animBg="1"/>
      <p:bldP spid="10" grpId="0" animBg="1"/>
      <p:bldP spid="14" grpId="0" bldLvl="0" animBg="1"/>
      <p:bldP spid="15" grpId="0" bldLvl="0" animBg="1"/>
      <p:bldP spid="25" grpId="0" build="p"/>
      <p:bldP spid="26" grpId="0" build="p"/>
      <p:bldP spid="27" grpId="0"/>
      <p:bldP spid="29" grpId="0"/>
      <p:bldP spid="32" grpId="0"/>
      <p:bldP spid="33" grpId="0" bldLvl="0" animBg="1"/>
      <p:bldP spid="3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9827" y="371747"/>
            <a:ext cx="5676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四、市场与销售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cxnSp>
        <p:nvCxnSpPr>
          <p:cNvPr id="6" name="Straight Connector 26"/>
          <p:cNvCxnSpPr>
            <a:stCxn id="12" idx="2"/>
          </p:cNvCxnSpPr>
          <p:nvPr>
            <p:custDataLst>
              <p:tags r:id="rId1"/>
            </p:custDataLst>
          </p:nvPr>
        </p:nvCxnSpPr>
        <p:spPr>
          <a:xfrm rot="10800000" flipV="1">
            <a:off x="1206475" y="5875878"/>
            <a:ext cx="762005" cy="4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9"/>
          <p:cNvCxnSpPr>
            <a:stCxn id="20" idx="6"/>
          </p:cNvCxnSpPr>
          <p:nvPr>
            <p:custDataLst>
              <p:tags r:id="rId2"/>
            </p:custDataLst>
          </p:nvPr>
        </p:nvCxnSpPr>
        <p:spPr>
          <a:xfrm>
            <a:off x="10491303" y="4878293"/>
            <a:ext cx="812989" cy="4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3130550" y="1297305"/>
            <a:ext cx="6377305" cy="955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</a:t>
            </a:r>
            <a:r>
              <a:rPr lang="zh-CN" altLang="en-US" sz="5400" b="1"/>
              <a:t>已验证的黄金赛道</a:t>
            </a:r>
            <a:endParaRPr lang="zh-CN" altLang="en-US" sz="5400" b="1"/>
          </a:p>
        </p:txBody>
      </p:sp>
      <p:sp>
        <p:nvSpPr>
          <p:cNvPr id="41" name="文本框 40"/>
          <p:cNvSpPr txBox="1"/>
          <p:nvPr/>
        </p:nvSpPr>
        <p:spPr>
          <a:xfrm>
            <a:off x="502285" y="2533015"/>
            <a:ext cx="10438130" cy="4206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711200" fontAlgn="auto"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在</a:t>
            </a:r>
            <a:r>
              <a:rPr lang="en-US" altLang="zh-CN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UV</a:t>
            </a:r>
            <a:r>
              <a:rPr lang="zh-CN" altLang="en-US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胶</a:t>
            </a:r>
            <a:r>
              <a:rPr lang="en-US" altLang="zh-CN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/</a:t>
            </a:r>
            <a:r>
              <a:rPr lang="zh-CN" altLang="en-US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电子胶、高端涂料</a:t>
            </a:r>
            <a:r>
              <a:rPr lang="en-US" altLang="zh-CN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/</a:t>
            </a:r>
            <a:r>
              <a:rPr lang="zh-CN" altLang="en-US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油墨、生物制药等高附加值行业已成功应用。</a:t>
            </a:r>
            <a:endParaRPr lang="zh-CN" altLang="en-US" sz="28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indent="711200" fontAlgn="auto"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en-US" altLang="zh-CN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sym typeface="+mn-ea"/>
              </a:rPr>
              <a:t>- </a:t>
            </a:r>
            <a:r>
              <a:rPr lang="en-US" altLang="zh-CN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UV</a:t>
            </a:r>
            <a:r>
              <a:rPr lang="zh-CN" altLang="en-US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胶</a:t>
            </a:r>
            <a:r>
              <a:rPr lang="en-US" altLang="zh-CN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/</a:t>
            </a:r>
            <a:r>
              <a:rPr lang="zh-CN" altLang="en-US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电子胶：电子元件封装、电路板涂胶的特写图</a:t>
            </a:r>
            <a:endParaRPr lang="zh-CN" altLang="en-US" sz="28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indent="711200" fontAlgn="auto"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en-US" altLang="zh-CN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- </a:t>
            </a:r>
            <a:r>
              <a:rPr lang="zh-CN" altLang="en-US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高端涂料</a:t>
            </a:r>
            <a:r>
              <a:rPr lang="en-US" altLang="zh-CN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/</a:t>
            </a:r>
            <a:r>
              <a:rPr lang="zh-CN" altLang="en-US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油墨：工业涂装流水线、高端印刷油墨调色的画面</a:t>
            </a:r>
            <a:endParaRPr lang="zh-CN" altLang="en-US" sz="28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indent="711200" fontAlgn="auto"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en-US" altLang="zh-CN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- </a:t>
            </a:r>
            <a:r>
              <a:rPr lang="zh-CN" altLang="en-US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生物制药：实验室生物反应器、制药生产线的场景图</a:t>
            </a:r>
            <a:endParaRPr lang="zh-CN" altLang="en-US" sz="28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49"/>
                            </p:stCondLst>
                            <p:childTnLst>
                              <p:par>
                                <p:cTn id="26" presetID="12" presetClass="entr" presetSubtype="8" fill="hold" nodeType="afterEffect"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49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18916"/>
            <a:ext cx="12192000" cy="3651922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64784" y="3154684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尚酷简体" panose="03000509000000000000" pitchFamily="65" charset="-122"/>
                <a:ea typeface="方正尚酷简体" panose="03000509000000000000" pitchFamily="65" charset="-122"/>
              </a:rPr>
              <a:t>财务分析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92300" y="4286629"/>
            <a:ext cx="8407400" cy="517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We have many PowerPoint </a:t>
            </a:r>
            <a:r>
              <a:rPr lang="zh-CN" altLang="en-US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templates</a:t>
            </a:r>
            <a:r>
              <a:rPr lang="en-US" altLang="zh-CN" sz="1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 that has been specifically designed to help anyone that is stepping into the world of PowerPoint for the very first time.</a:t>
            </a:r>
            <a:endParaRPr lang="zh-CN" altLang="en-US" sz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5" name="任意多边形: 形状 14"/>
          <p:cNvSpPr/>
          <p:nvPr/>
        </p:nvSpPr>
        <p:spPr>
          <a:xfrm>
            <a:off x="5021943" y="1321504"/>
            <a:ext cx="2148114" cy="1382640"/>
          </a:xfrm>
          <a:custGeom>
            <a:avLst/>
            <a:gdLst>
              <a:gd name="connsiteX0" fmla="*/ 0 w 4318004"/>
              <a:gd name="connsiteY0" fmla="*/ 3405519 h 3947521"/>
              <a:gd name="connsiteX1" fmla="*/ 4318004 w 4318004"/>
              <a:gd name="connsiteY1" fmla="*/ 3405519 h 3947521"/>
              <a:gd name="connsiteX2" fmla="*/ 2159002 w 4318004"/>
              <a:gd name="connsiteY2" fmla="*/ 3947521 h 3947521"/>
              <a:gd name="connsiteX3" fmla="*/ 0 w 4318004"/>
              <a:gd name="connsiteY3" fmla="*/ 0 h 3947521"/>
              <a:gd name="connsiteX4" fmla="*/ 4318004 w 4318004"/>
              <a:gd name="connsiteY4" fmla="*/ 0 h 3947521"/>
              <a:gd name="connsiteX5" fmla="*/ 4318004 w 4318004"/>
              <a:gd name="connsiteY5" fmla="*/ 1339228 h 3947521"/>
              <a:gd name="connsiteX6" fmla="*/ 4318004 w 4318004"/>
              <a:gd name="connsiteY6" fmla="*/ 2122339 h 3947521"/>
              <a:gd name="connsiteX7" fmla="*/ 4318004 w 4318004"/>
              <a:gd name="connsiteY7" fmla="*/ 3405518 h 3947521"/>
              <a:gd name="connsiteX8" fmla="*/ 0 w 4318004"/>
              <a:gd name="connsiteY8" fmla="*/ 3405518 h 3947521"/>
              <a:gd name="connsiteX9" fmla="*/ 0 w 4318004"/>
              <a:gd name="connsiteY9" fmla="*/ 2122339 h 3947521"/>
              <a:gd name="connsiteX10" fmla="*/ 0 w 4318004"/>
              <a:gd name="connsiteY10" fmla="*/ 1339228 h 3947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18004" h="3947521">
                <a:moveTo>
                  <a:pt x="0" y="3405519"/>
                </a:moveTo>
                <a:lnTo>
                  <a:pt x="4318004" y="3405519"/>
                </a:lnTo>
                <a:lnTo>
                  <a:pt x="2159002" y="3947521"/>
                </a:lnTo>
                <a:close/>
                <a:moveTo>
                  <a:pt x="0" y="0"/>
                </a:moveTo>
                <a:lnTo>
                  <a:pt x="4318004" y="0"/>
                </a:lnTo>
                <a:lnTo>
                  <a:pt x="4318004" y="1339228"/>
                </a:lnTo>
                <a:lnTo>
                  <a:pt x="4318004" y="2122339"/>
                </a:lnTo>
                <a:lnTo>
                  <a:pt x="4318004" y="3405518"/>
                </a:lnTo>
                <a:lnTo>
                  <a:pt x="0" y="3405518"/>
                </a:lnTo>
                <a:lnTo>
                  <a:pt x="0" y="2122339"/>
                </a:lnTo>
                <a:lnTo>
                  <a:pt x="0" y="1339228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05</a:t>
            </a:r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99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9827" y="37174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五、财务分析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7383934" y="1879667"/>
            <a:ext cx="785565" cy="785566"/>
            <a:chOff x="7522493" y="1709984"/>
            <a:chExt cx="785565" cy="785566"/>
          </a:xfrm>
        </p:grpSpPr>
        <p:grpSp>
          <p:nvGrpSpPr>
            <p:cNvPr id="15" name="组合 14"/>
            <p:cNvGrpSpPr/>
            <p:nvPr/>
          </p:nvGrpSpPr>
          <p:grpSpPr>
            <a:xfrm>
              <a:off x="7522493" y="1709984"/>
              <a:ext cx="785565" cy="785566"/>
              <a:chOff x="7655843" y="1748084"/>
              <a:chExt cx="785565" cy="785566"/>
            </a:xfrm>
          </p:grpSpPr>
          <p:sp>
            <p:nvSpPr>
              <p:cNvPr id="17" name="任意多边形 16"/>
              <p:cNvSpPr/>
              <p:nvPr>
                <p:custDataLst>
                  <p:tags r:id="rId2"/>
                </p:custDataLst>
              </p:nvPr>
            </p:nvSpPr>
            <p:spPr>
              <a:xfrm>
                <a:off x="7655843" y="1748084"/>
                <a:ext cx="785565" cy="785566"/>
              </a:xfrm>
              <a:custGeom>
                <a:avLst/>
                <a:gdLst>
                  <a:gd name="connsiteX0" fmla="*/ 734066 w 1656097"/>
                  <a:gd name="connsiteY0" fmla="*/ 0 h 1656098"/>
                  <a:gd name="connsiteX1" fmla="*/ 922032 w 1656097"/>
                  <a:gd name="connsiteY1" fmla="*/ 0 h 1656098"/>
                  <a:gd name="connsiteX2" fmla="*/ 958682 w 1656097"/>
                  <a:gd name="connsiteY2" fmla="*/ 170987 h 1656098"/>
                  <a:gd name="connsiteX3" fmla="*/ 967537 w 1656097"/>
                  <a:gd name="connsiteY3" fmla="*/ 172338 h 1656098"/>
                  <a:gd name="connsiteX4" fmla="*/ 1042604 w 1656097"/>
                  <a:gd name="connsiteY4" fmla="*/ 194634 h 1656098"/>
                  <a:gd name="connsiteX5" fmla="*/ 1160682 w 1656097"/>
                  <a:gd name="connsiteY5" fmla="*/ 63947 h 1656098"/>
                  <a:gd name="connsiteX6" fmla="*/ 1323465 w 1656097"/>
                  <a:gd name="connsiteY6" fmla="*/ 157929 h 1656098"/>
                  <a:gd name="connsiteX7" fmla="*/ 1271151 w 1656097"/>
                  <a:gd name="connsiteY7" fmla="*/ 319877 h 1656098"/>
                  <a:gd name="connsiteX8" fmla="*/ 1280994 w 1656097"/>
                  <a:gd name="connsiteY8" fmla="*/ 327054 h 1656098"/>
                  <a:gd name="connsiteX9" fmla="*/ 1333335 w 1656097"/>
                  <a:gd name="connsiteY9" fmla="*/ 377405 h 1656098"/>
                  <a:gd name="connsiteX10" fmla="*/ 1338950 w 1656097"/>
                  <a:gd name="connsiteY10" fmla="*/ 384065 h 1656098"/>
                  <a:gd name="connsiteX11" fmla="*/ 1498169 w 1656097"/>
                  <a:gd name="connsiteY11" fmla="*/ 332634 h 1656098"/>
                  <a:gd name="connsiteX12" fmla="*/ 1592152 w 1656097"/>
                  <a:gd name="connsiteY12" fmla="*/ 495417 h 1656098"/>
                  <a:gd name="connsiteX13" fmla="*/ 1473528 w 1656097"/>
                  <a:gd name="connsiteY13" fmla="*/ 602595 h 1656098"/>
                  <a:gd name="connsiteX14" fmla="*/ 1483127 w 1656097"/>
                  <a:gd name="connsiteY14" fmla="*/ 626411 h 1656098"/>
                  <a:gd name="connsiteX15" fmla="*/ 1501984 w 1656097"/>
                  <a:gd name="connsiteY15" fmla="*/ 701032 h 1656098"/>
                  <a:gd name="connsiteX16" fmla="*/ 1656097 w 1656097"/>
                  <a:gd name="connsiteY16" fmla="*/ 734067 h 1656098"/>
                  <a:gd name="connsiteX17" fmla="*/ 1656097 w 1656097"/>
                  <a:gd name="connsiteY17" fmla="*/ 922032 h 1656098"/>
                  <a:gd name="connsiteX18" fmla="*/ 1511749 w 1656097"/>
                  <a:gd name="connsiteY18" fmla="*/ 952973 h 1656098"/>
                  <a:gd name="connsiteX19" fmla="*/ 1506114 w 1656097"/>
                  <a:gd name="connsiteY19" fmla="*/ 989892 h 1656098"/>
                  <a:gd name="connsiteX20" fmla="*/ 1491538 w 1656097"/>
                  <a:gd name="connsiteY20" fmla="*/ 1048074 h 1656098"/>
                  <a:gd name="connsiteX21" fmla="*/ 1485827 w 1656097"/>
                  <a:gd name="connsiteY21" fmla="*/ 1064617 h 1656098"/>
                  <a:gd name="connsiteX22" fmla="*/ 1592152 w 1656097"/>
                  <a:gd name="connsiteY22" fmla="*/ 1160683 h 1656098"/>
                  <a:gd name="connsiteX23" fmla="*/ 1498169 w 1656097"/>
                  <a:gd name="connsiteY23" fmla="*/ 1323465 h 1656098"/>
                  <a:gd name="connsiteX24" fmla="*/ 1367507 w 1656097"/>
                  <a:gd name="connsiteY24" fmla="*/ 1281258 h 1656098"/>
                  <a:gd name="connsiteX25" fmla="*/ 1351398 w 1656097"/>
                  <a:gd name="connsiteY25" fmla="*/ 1303350 h 1656098"/>
                  <a:gd name="connsiteX26" fmla="*/ 1301049 w 1656097"/>
                  <a:gd name="connsiteY26" fmla="*/ 1355691 h 1656098"/>
                  <a:gd name="connsiteX27" fmla="*/ 1282493 w 1656097"/>
                  <a:gd name="connsiteY27" fmla="*/ 1371332 h 1656098"/>
                  <a:gd name="connsiteX28" fmla="*/ 1323465 w 1656097"/>
                  <a:gd name="connsiteY28" fmla="*/ 1498169 h 1656098"/>
                  <a:gd name="connsiteX29" fmla="*/ 1160682 w 1656097"/>
                  <a:gd name="connsiteY29" fmla="*/ 1592152 h 1656098"/>
                  <a:gd name="connsiteX30" fmla="*/ 1074277 w 1656097"/>
                  <a:gd name="connsiteY30" fmla="*/ 1496521 h 1656098"/>
                  <a:gd name="connsiteX31" fmla="*/ 1052042 w 1656097"/>
                  <a:gd name="connsiteY31" fmla="*/ 1505484 h 1656098"/>
                  <a:gd name="connsiteX32" fmla="*/ 948719 w 1656097"/>
                  <a:gd name="connsiteY32" fmla="*/ 1531593 h 1656098"/>
                  <a:gd name="connsiteX33" fmla="*/ 922032 w 1656097"/>
                  <a:gd name="connsiteY33" fmla="*/ 1656098 h 1656098"/>
                  <a:gd name="connsiteX34" fmla="*/ 734066 w 1656097"/>
                  <a:gd name="connsiteY34" fmla="*/ 1656098 h 1656098"/>
                  <a:gd name="connsiteX35" fmla="*/ 707323 w 1656097"/>
                  <a:gd name="connsiteY35" fmla="*/ 1531333 h 1656098"/>
                  <a:gd name="connsiteX36" fmla="*/ 688561 w 1656097"/>
                  <a:gd name="connsiteY36" fmla="*/ 1528470 h 1656098"/>
                  <a:gd name="connsiteX37" fmla="*/ 581645 w 1656097"/>
                  <a:gd name="connsiteY37" fmla="*/ 1496716 h 1656098"/>
                  <a:gd name="connsiteX38" fmla="*/ 495416 w 1656097"/>
                  <a:gd name="connsiteY38" fmla="*/ 1592152 h 1656098"/>
                  <a:gd name="connsiteX39" fmla="*/ 332634 w 1656097"/>
                  <a:gd name="connsiteY39" fmla="*/ 1498169 h 1656098"/>
                  <a:gd name="connsiteX40" fmla="*/ 373389 w 1656097"/>
                  <a:gd name="connsiteY40" fmla="*/ 1372000 h 1656098"/>
                  <a:gd name="connsiteX41" fmla="*/ 293970 w 1656097"/>
                  <a:gd name="connsiteY41" fmla="*/ 1290661 h 1656098"/>
                  <a:gd name="connsiteX42" fmla="*/ 287662 w 1656097"/>
                  <a:gd name="connsiteY42" fmla="*/ 1281558 h 1656098"/>
                  <a:gd name="connsiteX43" fmla="*/ 157930 w 1656097"/>
                  <a:gd name="connsiteY43" fmla="*/ 1323465 h 1656098"/>
                  <a:gd name="connsiteX44" fmla="*/ 63947 w 1656097"/>
                  <a:gd name="connsiteY44" fmla="*/ 1160683 h 1656098"/>
                  <a:gd name="connsiteX45" fmla="*/ 170348 w 1656097"/>
                  <a:gd name="connsiteY45" fmla="*/ 1064548 h 1656098"/>
                  <a:gd name="connsiteX46" fmla="*/ 159896 w 1656097"/>
                  <a:gd name="connsiteY46" fmla="*/ 1031651 h 1656098"/>
                  <a:gd name="connsiteX47" fmla="*/ 144063 w 1656097"/>
                  <a:gd name="connsiteY47" fmla="*/ 952912 h 1656098"/>
                  <a:gd name="connsiteX48" fmla="*/ 0 w 1656097"/>
                  <a:gd name="connsiteY48" fmla="*/ 922032 h 1656098"/>
                  <a:gd name="connsiteX49" fmla="*/ 0 w 1656097"/>
                  <a:gd name="connsiteY49" fmla="*/ 734067 h 1656098"/>
                  <a:gd name="connsiteX50" fmla="*/ 152682 w 1656097"/>
                  <a:gd name="connsiteY50" fmla="*/ 701339 h 1656098"/>
                  <a:gd name="connsiteX51" fmla="*/ 159896 w 1656097"/>
                  <a:gd name="connsiteY51" fmla="*/ 669158 h 1656098"/>
                  <a:gd name="connsiteX52" fmla="*/ 182923 w 1656097"/>
                  <a:gd name="connsiteY52" fmla="*/ 602913 h 1656098"/>
                  <a:gd name="connsiteX53" fmla="*/ 63947 w 1656097"/>
                  <a:gd name="connsiteY53" fmla="*/ 495417 h 1656098"/>
                  <a:gd name="connsiteX54" fmla="*/ 157930 w 1656097"/>
                  <a:gd name="connsiteY54" fmla="*/ 332634 h 1656098"/>
                  <a:gd name="connsiteX55" fmla="*/ 318389 w 1656097"/>
                  <a:gd name="connsiteY55" fmla="*/ 384465 h 1656098"/>
                  <a:gd name="connsiteX56" fmla="*/ 353537 w 1656097"/>
                  <a:gd name="connsiteY56" fmla="*/ 346539 h 1656098"/>
                  <a:gd name="connsiteX57" fmla="*/ 385166 w 1656097"/>
                  <a:gd name="connsiteY57" fmla="*/ 320558 h 1656098"/>
                  <a:gd name="connsiteX58" fmla="*/ 332634 w 1656097"/>
                  <a:gd name="connsiteY58" fmla="*/ 157929 h 1656098"/>
                  <a:gd name="connsiteX59" fmla="*/ 495416 w 1656097"/>
                  <a:gd name="connsiteY59" fmla="*/ 63947 h 1656098"/>
                  <a:gd name="connsiteX60" fmla="*/ 612546 w 1656097"/>
                  <a:gd name="connsiteY60" fmla="*/ 193585 h 1656098"/>
                  <a:gd name="connsiteX61" fmla="*/ 688561 w 1656097"/>
                  <a:gd name="connsiteY61" fmla="*/ 172338 h 1656098"/>
                  <a:gd name="connsiteX62" fmla="*/ 697415 w 1656097"/>
                  <a:gd name="connsiteY62" fmla="*/ 170987 h 1656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656097" h="1656098">
                    <a:moveTo>
                      <a:pt x="734066" y="0"/>
                    </a:moveTo>
                    <a:lnTo>
                      <a:pt x="922032" y="0"/>
                    </a:lnTo>
                    <a:lnTo>
                      <a:pt x="958682" y="170987"/>
                    </a:lnTo>
                    <a:lnTo>
                      <a:pt x="967537" y="172338"/>
                    </a:lnTo>
                    <a:lnTo>
                      <a:pt x="1042604" y="194634"/>
                    </a:lnTo>
                    <a:lnTo>
                      <a:pt x="1160682" y="63947"/>
                    </a:lnTo>
                    <a:lnTo>
                      <a:pt x="1323465" y="157929"/>
                    </a:lnTo>
                    <a:lnTo>
                      <a:pt x="1271151" y="319877"/>
                    </a:lnTo>
                    <a:lnTo>
                      <a:pt x="1280994" y="327054"/>
                    </a:lnTo>
                    <a:cubicBezTo>
                      <a:pt x="1299308" y="342918"/>
                      <a:pt x="1316780" y="359726"/>
                      <a:pt x="1333335" y="377405"/>
                    </a:cubicBezTo>
                    <a:lnTo>
                      <a:pt x="1338950" y="384065"/>
                    </a:lnTo>
                    <a:lnTo>
                      <a:pt x="1498169" y="332634"/>
                    </a:lnTo>
                    <a:lnTo>
                      <a:pt x="1592152" y="495417"/>
                    </a:lnTo>
                    <a:lnTo>
                      <a:pt x="1473528" y="602595"/>
                    </a:lnTo>
                    <a:lnTo>
                      <a:pt x="1483127" y="626411"/>
                    </a:lnTo>
                    <a:lnTo>
                      <a:pt x="1501984" y="701032"/>
                    </a:lnTo>
                    <a:lnTo>
                      <a:pt x="1656097" y="734067"/>
                    </a:lnTo>
                    <a:lnTo>
                      <a:pt x="1656097" y="922032"/>
                    </a:lnTo>
                    <a:lnTo>
                      <a:pt x="1511749" y="952973"/>
                    </a:lnTo>
                    <a:lnTo>
                      <a:pt x="1506114" y="989892"/>
                    </a:lnTo>
                    <a:cubicBezTo>
                      <a:pt x="1502081" y="1009604"/>
                      <a:pt x="1497209" y="1029011"/>
                      <a:pt x="1491538" y="1048074"/>
                    </a:cubicBezTo>
                    <a:lnTo>
                      <a:pt x="1485827" y="1064617"/>
                    </a:lnTo>
                    <a:lnTo>
                      <a:pt x="1592152" y="1160683"/>
                    </a:lnTo>
                    <a:lnTo>
                      <a:pt x="1498169" y="1323465"/>
                    </a:lnTo>
                    <a:lnTo>
                      <a:pt x="1367507" y="1281258"/>
                    </a:lnTo>
                    <a:lnTo>
                      <a:pt x="1351398" y="1303350"/>
                    </a:lnTo>
                    <a:cubicBezTo>
                      <a:pt x="1335535" y="1321664"/>
                      <a:pt x="1318727" y="1339136"/>
                      <a:pt x="1301049" y="1355691"/>
                    </a:cubicBezTo>
                    <a:lnTo>
                      <a:pt x="1282493" y="1371332"/>
                    </a:lnTo>
                    <a:lnTo>
                      <a:pt x="1323465" y="1498169"/>
                    </a:lnTo>
                    <a:lnTo>
                      <a:pt x="1160682" y="1592152"/>
                    </a:lnTo>
                    <a:lnTo>
                      <a:pt x="1074277" y="1496521"/>
                    </a:lnTo>
                    <a:lnTo>
                      <a:pt x="1052042" y="1505484"/>
                    </a:lnTo>
                    <a:lnTo>
                      <a:pt x="948719" y="1531593"/>
                    </a:lnTo>
                    <a:lnTo>
                      <a:pt x="922032" y="1656098"/>
                    </a:lnTo>
                    <a:lnTo>
                      <a:pt x="734066" y="1656098"/>
                    </a:lnTo>
                    <a:lnTo>
                      <a:pt x="707323" y="1531333"/>
                    </a:lnTo>
                    <a:lnTo>
                      <a:pt x="688561" y="1528470"/>
                    </a:lnTo>
                    <a:lnTo>
                      <a:pt x="581645" y="1496716"/>
                    </a:lnTo>
                    <a:lnTo>
                      <a:pt x="495416" y="1592152"/>
                    </a:lnTo>
                    <a:lnTo>
                      <a:pt x="332634" y="1498169"/>
                    </a:lnTo>
                    <a:lnTo>
                      <a:pt x="373389" y="1372000"/>
                    </a:lnTo>
                    <a:lnTo>
                      <a:pt x="293970" y="1290661"/>
                    </a:lnTo>
                    <a:lnTo>
                      <a:pt x="287662" y="1281558"/>
                    </a:lnTo>
                    <a:lnTo>
                      <a:pt x="157930" y="1323465"/>
                    </a:lnTo>
                    <a:lnTo>
                      <a:pt x="63947" y="1160683"/>
                    </a:lnTo>
                    <a:lnTo>
                      <a:pt x="170348" y="1064548"/>
                    </a:lnTo>
                    <a:lnTo>
                      <a:pt x="159896" y="1031651"/>
                    </a:lnTo>
                    <a:lnTo>
                      <a:pt x="144063" y="952912"/>
                    </a:lnTo>
                    <a:lnTo>
                      <a:pt x="0" y="922032"/>
                    </a:lnTo>
                    <a:lnTo>
                      <a:pt x="0" y="734067"/>
                    </a:lnTo>
                    <a:lnTo>
                      <a:pt x="152682" y="701339"/>
                    </a:lnTo>
                    <a:lnTo>
                      <a:pt x="159896" y="669158"/>
                    </a:lnTo>
                    <a:lnTo>
                      <a:pt x="182923" y="602913"/>
                    </a:lnTo>
                    <a:lnTo>
                      <a:pt x="63947" y="495417"/>
                    </a:lnTo>
                    <a:lnTo>
                      <a:pt x="157930" y="332634"/>
                    </a:lnTo>
                    <a:lnTo>
                      <a:pt x="318389" y="384465"/>
                    </a:lnTo>
                    <a:lnTo>
                      <a:pt x="353537" y="346539"/>
                    </a:lnTo>
                    <a:lnTo>
                      <a:pt x="385166" y="320558"/>
                    </a:lnTo>
                    <a:lnTo>
                      <a:pt x="332634" y="157929"/>
                    </a:lnTo>
                    <a:lnTo>
                      <a:pt x="495416" y="63947"/>
                    </a:lnTo>
                    <a:lnTo>
                      <a:pt x="612546" y="193585"/>
                    </a:lnTo>
                    <a:lnTo>
                      <a:pt x="688561" y="172338"/>
                    </a:lnTo>
                    <a:lnTo>
                      <a:pt x="697415" y="1709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椭圆 17"/>
              <p:cNvSpPr/>
              <p:nvPr>
                <p:custDataLst>
                  <p:tags r:id="rId3"/>
                </p:custDataLst>
              </p:nvPr>
            </p:nvSpPr>
            <p:spPr>
              <a:xfrm>
                <a:off x="7789192" y="1881434"/>
                <a:ext cx="518866" cy="518866"/>
              </a:xfrm>
              <a:prstGeom prst="ellipse">
                <a:avLst/>
              </a:prstGeom>
              <a:solidFill>
                <a:srgbClr val="151472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6" name="矩形 15"/>
            <p:cNvSpPr/>
            <p:nvPr>
              <p:custDataLst>
                <p:tags r:id="rId4"/>
              </p:custDataLst>
            </p:nvPr>
          </p:nvSpPr>
          <p:spPr>
            <a:xfrm>
              <a:off x="7547657" y="1871935"/>
              <a:ext cx="7352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prstClr val="white"/>
                  </a:solidFill>
                  <a:latin typeface="Century Gothic" panose="020B0502020202020204" pitchFamily="34" charset="0"/>
                  <a:ea typeface="微软雅黑" panose="020B0503020204020204" pitchFamily="34" charset="-122"/>
                </a:rPr>
                <a:t>01</a:t>
              </a:r>
              <a:endParaRPr lang="zh-CN" altLang="en-US" sz="2400" dirty="0">
                <a:solidFill>
                  <a:prstClr val="white"/>
                </a:solidFill>
                <a:latin typeface="Century Gothic" panose="020B0502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7383934" y="2984567"/>
            <a:ext cx="785565" cy="785566"/>
            <a:chOff x="7522493" y="2814884"/>
            <a:chExt cx="785565" cy="785566"/>
          </a:xfrm>
        </p:grpSpPr>
        <p:grpSp>
          <p:nvGrpSpPr>
            <p:cNvPr id="20" name="组合 19"/>
            <p:cNvGrpSpPr/>
            <p:nvPr/>
          </p:nvGrpSpPr>
          <p:grpSpPr>
            <a:xfrm>
              <a:off x="7522493" y="2814884"/>
              <a:ext cx="785565" cy="785566"/>
              <a:chOff x="7655843" y="1748084"/>
              <a:chExt cx="785565" cy="785566"/>
            </a:xfrm>
          </p:grpSpPr>
          <p:sp>
            <p:nvSpPr>
              <p:cNvPr id="22" name="任意多边形 21"/>
              <p:cNvSpPr/>
              <p:nvPr>
                <p:custDataLst>
                  <p:tags r:id="rId6"/>
                </p:custDataLst>
              </p:nvPr>
            </p:nvSpPr>
            <p:spPr>
              <a:xfrm>
                <a:off x="7655843" y="1748084"/>
                <a:ext cx="785565" cy="785566"/>
              </a:xfrm>
              <a:custGeom>
                <a:avLst/>
                <a:gdLst>
                  <a:gd name="connsiteX0" fmla="*/ 734066 w 1656097"/>
                  <a:gd name="connsiteY0" fmla="*/ 0 h 1656098"/>
                  <a:gd name="connsiteX1" fmla="*/ 922032 w 1656097"/>
                  <a:gd name="connsiteY1" fmla="*/ 0 h 1656098"/>
                  <a:gd name="connsiteX2" fmla="*/ 958682 w 1656097"/>
                  <a:gd name="connsiteY2" fmla="*/ 170987 h 1656098"/>
                  <a:gd name="connsiteX3" fmla="*/ 967537 w 1656097"/>
                  <a:gd name="connsiteY3" fmla="*/ 172338 h 1656098"/>
                  <a:gd name="connsiteX4" fmla="*/ 1042604 w 1656097"/>
                  <a:gd name="connsiteY4" fmla="*/ 194634 h 1656098"/>
                  <a:gd name="connsiteX5" fmla="*/ 1160682 w 1656097"/>
                  <a:gd name="connsiteY5" fmla="*/ 63947 h 1656098"/>
                  <a:gd name="connsiteX6" fmla="*/ 1323465 w 1656097"/>
                  <a:gd name="connsiteY6" fmla="*/ 157929 h 1656098"/>
                  <a:gd name="connsiteX7" fmla="*/ 1271151 w 1656097"/>
                  <a:gd name="connsiteY7" fmla="*/ 319877 h 1656098"/>
                  <a:gd name="connsiteX8" fmla="*/ 1280994 w 1656097"/>
                  <a:gd name="connsiteY8" fmla="*/ 327054 h 1656098"/>
                  <a:gd name="connsiteX9" fmla="*/ 1333335 w 1656097"/>
                  <a:gd name="connsiteY9" fmla="*/ 377405 h 1656098"/>
                  <a:gd name="connsiteX10" fmla="*/ 1338950 w 1656097"/>
                  <a:gd name="connsiteY10" fmla="*/ 384065 h 1656098"/>
                  <a:gd name="connsiteX11" fmla="*/ 1498169 w 1656097"/>
                  <a:gd name="connsiteY11" fmla="*/ 332634 h 1656098"/>
                  <a:gd name="connsiteX12" fmla="*/ 1592152 w 1656097"/>
                  <a:gd name="connsiteY12" fmla="*/ 495417 h 1656098"/>
                  <a:gd name="connsiteX13" fmla="*/ 1473528 w 1656097"/>
                  <a:gd name="connsiteY13" fmla="*/ 602595 h 1656098"/>
                  <a:gd name="connsiteX14" fmla="*/ 1483127 w 1656097"/>
                  <a:gd name="connsiteY14" fmla="*/ 626411 h 1656098"/>
                  <a:gd name="connsiteX15" fmla="*/ 1501984 w 1656097"/>
                  <a:gd name="connsiteY15" fmla="*/ 701032 h 1656098"/>
                  <a:gd name="connsiteX16" fmla="*/ 1656097 w 1656097"/>
                  <a:gd name="connsiteY16" fmla="*/ 734067 h 1656098"/>
                  <a:gd name="connsiteX17" fmla="*/ 1656097 w 1656097"/>
                  <a:gd name="connsiteY17" fmla="*/ 922032 h 1656098"/>
                  <a:gd name="connsiteX18" fmla="*/ 1511749 w 1656097"/>
                  <a:gd name="connsiteY18" fmla="*/ 952973 h 1656098"/>
                  <a:gd name="connsiteX19" fmla="*/ 1506114 w 1656097"/>
                  <a:gd name="connsiteY19" fmla="*/ 989892 h 1656098"/>
                  <a:gd name="connsiteX20" fmla="*/ 1491538 w 1656097"/>
                  <a:gd name="connsiteY20" fmla="*/ 1048074 h 1656098"/>
                  <a:gd name="connsiteX21" fmla="*/ 1485827 w 1656097"/>
                  <a:gd name="connsiteY21" fmla="*/ 1064617 h 1656098"/>
                  <a:gd name="connsiteX22" fmla="*/ 1592152 w 1656097"/>
                  <a:gd name="connsiteY22" fmla="*/ 1160683 h 1656098"/>
                  <a:gd name="connsiteX23" fmla="*/ 1498169 w 1656097"/>
                  <a:gd name="connsiteY23" fmla="*/ 1323465 h 1656098"/>
                  <a:gd name="connsiteX24" fmla="*/ 1367507 w 1656097"/>
                  <a:gd name="connsiteY24" fmla="*/ 1281258 h 1656098"/>
                  <a:gd name="connsiteX25" fmla="*/ 1351398 w 1656097"/>
                  <a:gd name="connsiteY25" fmla="*/ 1303350 h 1656098"/>
                  <a:gd name="connsiteX26" fmla="*/ 1301049 w 1656097"/>
                  <a:gd name="connsiteY26" fmla="*/ 1355691 h 1656098"/>
                  <a:gd name="connsiteX27" fmla="*/ 1282493 w 1656097"/>
                  <a:gd name="connsiteY27" fmla="*/ 1371332 h 1656098"/>
                  <a:gd name="connsiteX28" fmla="*/ 1323465 w 1656097"/>
                  <a:gd name="connsiteY28" fmla="*/ 1498169 h 1656098"/>
                  <a:gd name="connsiteX29" fmla="*/ 1160682 w 1656097"/>
                  <a:gd name="connsiteY29" fmla="*/ 1592152 h 1656098"/>
                  <a:gd name="connsiteX30" fmla="*/ 1074277 w 1656097"/>
                  <a:gd name="connsiteY30" fmla="*/ 1496521 h 1656098"/>
                  <a:gd name="connsiteX31" fmla="*/ 1052042 w 1656097"/>
                  <a:gd name="connsiteY31" fmla="*/ 1505484 h 1656098"/>
                  <a:gd name="connsiteX32" fmla="*/ 948719 w 1656097"/>
                  <a:gd name="connsiteY32" fmla="*/ 1531593 h 1656098"/>
                  <a:gd name="connsiteX33" fmla="*/ 922032 w 1656097"/>
                  <a:gd name="connsiteY33" fmla="*/ 1656098 h 1656098"/>
                  <a:gd name="connsiteX34" fmla="*/ 734066 w 1656097"/>
                  <a:gd name="connsiteY34" fmla="*/ 1656098 h 1656098"/>
                  <a:gd name="connsiteX35" fmla="*/ 707323 w 1656097"/>
                  <a:gd name="connsiteY35" fmla="*/ 1531333 h 1656098"/>
                  <a:gd name="connsiteX36" fmla="*/ 688561 w 1656097"/>
                  <a:gd name="connsiteY36" fmla="*/ 1528470 h 1656098"/>
                  <a:gd name="connsiteX37" fmla="*/ 581645 w 1656097"/>
                  <a:gd name="connsiteY37" fmla="*/ 1496716 h 1656098"/>
                  <a:gd name="connsiteX38" fmla="*/ 495416 w 1656097"/>
                  <a:gd name="connsiteY38" fmla="*/ 1592152 h 1656098"/>
                  <a:gd name="connsiteX39" fmla="*/ 332634 w 1656097"/>
                  <a:gd name="connsiteY39" fmla="*/ 1498169 h 1656098"/>
                  <a:gd name="connsiteX40" fmla="*/ 373389 w 1656097"/>
                  <a:gd name="connsiteY40" fmla="*/ 1372000 h 1656098"/>
                  <a:gd name="connsiteX41" fmla="*/ 293970 w 1656097"/>
                  <a:gd name="connsiteY41" fmla="*/ 1290661 h 1656098"/>
                  <a:gd name="connsiteX42" fmla="*/ 287662 w 1656097"/>
                  <a:gd name="connsiteY42" fmla="*/ 1281558 h 1656098"/>
                  <a:gd name="connsiteX43" fmla="*/ 157930 w 1656097"/>
                  <a:gd name="connsiteY43" fmla="*/ 1323465 h 1656098"/>
                  <a:gd name="connsiteX44" fmla="*/ 63947 w 1656097"/>
                  <a:gd name="connsiteY44" fmla="*/ 1160683 h 1656098"/>
                  <a:gd name="connsiteX45" fmla="*/ 170348 w 1656097"/>
                  <a:gd name="connsiteY45" fmla="*/ 1064548 h 1656098"/>
                  <a:gd name="connsiteX46" fmla="*/ 159896 w 1656097"/>
                  <a:gd name="connsiteY46" fmla="*/ 1031651 h 1656098"/>
                  <a:gd name="connsiteX47" fmla="*/ 144063 w 1656097"/>
                  <a:gd name="connsiteY47" fmla="*/ 952912 h 1656098"/>
                  <a:gd name="connsiteX48" fmla="*/ 0 w 1656097"/>
                  <a:gd name="connsiteY48" fmla="*/ 922032 h 1656098"/>
                  <a:gd name="connsiteX49" fmla="*/ 0 w 1656097"/>
                  <a:gd name="connsiteY49" fmla="*/ 734067 h 1656098"/>
                  <a:gd name="connsiteX50" fmla="*/ 152682 w 1656097"/>
                  <a:gd name="connsiteY50" fmla="*/ 701339 h 1656098"/>
                  <a:gd name="connsiteX51" fmla="*/ 159896 w 1656097"/>
                  <a:gd name="connsiteY51" fmla="*/ 669158 h 1656098"/>
                  <a:gd name="connsiteX52" fmla="*/ 182923 w 1656097"/>
                  <a:gd name="connsiteY52" fmla="*/ 602913 h 1656098"/>
                  <a:gd name="connsiteX53" fmla="*/ 63947 w 1656097"/>
                  <a:gd name="connsiteY53" fmla="*/ 495417 h 1656098"/>
                  <a:gd name="connsiteX54" fmla="*/ 157930 w 1656097"/>
                  <a:gd name="connsiteY54" fmla="*/ 332634 h 1656098"/>
                  <a:gd name="connsiteX55" fmla="*/ 318389 w 1656097"/>
                  <a:gd name="connsiteY55" fmla="*/ 384465 h 1656098"/>
                  <a:gd name="connsiteX56" fmla="*/ 353537 w 1656097"/>
                  <a:gd name="connsiteY56" fmla="*/ 346539 h 1656098"/>
                  <a:gd name="connsiteX57" fmla="*/ 385166 w 1656097"/>
                  <a:gd name="connsiteY57" fmla="*/ 320558 h 1656098"/>
                  <a:gd name="connsiteX58" fmla="*/ 332634 w 1656097"/>
                  <a:gd name="connsiteY58" fmla="*/ 157929 h 1656098"/>
                  <a:gd name="connsiteX59" fmla="*/ 495416 w 1656097"/>
                  <a:gd name="connsiteY59" fmla="*/ 63947 h 1656098"/>
                  <a:gd name="connsiteX60" fmla="*/ 612546 w 1656097"/>
                  <a:gd name="connsiteY60" fmla="*/ 193585 h 1656098"/>
                  <a:gd name="connsiteX61" fmla="*/ 688561 w 1656097"/>
                  <a:gd name="connsiteY61" fmla="*/ 172338 h 1656098"/>
                  <a:gd name="connsiteX62" fmla="*/ 697415 w 1656097"/>
                  <a:gd name="connsiteY62" fmla="*/ 170987 h 1656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656097" h="1656098">
                    <a:moveTo>
                      <a:pt x="734066" y="0"/>
                    </a:moveTo>
                    <a:lnTo>
                      <a:pt x="922032" y="0"/>
                    </a:lnTo>
                    <a:lnTo>
                      <a:pt x="958682" y="170987"/>
                    </a:lnTo>
                    <a:lnTo>
                      <a:pt x="967537" y="172338"/>
                    </a:lnTo>
                    <a:lnTo>
                      <a:pt x="1042604" y="194634"/>
                    </a:lnTo>
                    <a:lnTo>
                      <a:pt x="1160682" y="63947"/>
                    </a:lnTo>
                    <a:lnTo>
                      <a:pt x="1323465" y="157929"/>
                    </a:lnTo>
                    <a:lnTo>
                      <a:pt x="1271151" y="319877"/>
                    </a:lnTo>
                    <a:lnTo>
                      <a:pt x="1280994" y="327054"/>
                    </a:lnTo>
                    <a:cubicBezTo>
                      <a:pt x="1299308" y="342918"/>
                      <a:pt x="1316780" y="359726"/>
                      <a:pt x="1333335" y="377405"/>
                    </a:cubicBezTo>
                    <a:lnTo>
                      <a:pt x="1338950" y="384065"/>
                    </a:lnTo>
                    <a:lnTo>
                      <a:pt x="1498169" y="332634"/>
                    </a:lnTo>
                    <a:lnTo>
                      <a:pt x="1592152" y="495417"/>
                    </a:lnTo>
                    <a:lnTo>
                      <a:pt x="1473528" y="602595"/>
                    </a:lnTo>
                    <a:lnTo>
                      <a:pt x="1483127" y="626411"/>
                    </a:lnTo>
                    <a:lnTo>
                      <a:pt x="1501984" y="701032"/>
                    </a:lnTo>
                    <a:lnTo>
                      <a:pt x="1656097" y="734067"/>
                    </a:lnTo>
                    <a:lnTo>
                      <a:pt x="1656097" y="922032"/>
                    </a:lnTo>
                    <a:lnTo>
                      <a:pt x="1511749" y="952973"/>
                    </a:lnTo>
                    <a:lnTo>
                      <a:pt x="1506114" y="989892"/>
                    </a:lnTo>
                    <a:cubicBezTo>
                      <a:pt x="1502081" y="1009604"/>
                      <a:pt x="1497209" y="1029011"/>
                      <a:pt x="1491538" y="1048074"/>
                    </a:cubicBezTo>
                    <a:lnTo>
                      <a:pt x="1485827" y="1064617"/>
                    </a:lnTo>
                    <a:lnTo>
                      <a:pt x="1592152" y="1160683"/>
                    </a:lnTo>
                    <a:lnTo>
                      <a:pt x="1498169" y="1323465"/>
                    </a:lnTo>
                    <a:lnTo>
                      <a:pt x="1367507" y="1281258"/>
                    </a:lnTo>
                    <a:lnTo>
                      <a:pt x="1351398" y="1303350"/>
                    </a:lnTo>
                    <a:cubicBezTo>
                      <a:pt x="1335535" y="1321664"/>
                      <a:pt x="1318727" y="1339136"/>
                      <a:pt x="1301049" y="1355691"/>
                    </a:cubicBezTo>
                    <a:lnTo>
                      <a:pt x="1282493" y="1371332"/>
                    </a:lnTo>
                    <a:lnTo>
                      <a:pt x="1323465" y="1498169"/>
                    </a:lnTo>
                    <a:lnTo>
                      <a:pt x="1160682" y="1592152"/>
                    </a:lnTo>
                    <a:lnTo>
                      <a:pt x="1074277" y="1496521"/>
                    </a:lnTo>
                    <a:lnTo>
                      <a:pt x="1052042" y="1505484"/>
                    </a:lnTo>
                    <a:lnTo>
                      <a:pt x="948719" y="1531593"/>
                    </a:lnTo>
                    <a:lnTo>
                      <a:pt x="922032" y="1656098"/>
                    </a:lnTo>
                    <a:lnTo>
                      <a:pt x="734066" y="1656098"/>
                    </a:lnTo>
                    <a:lnTo>
                      <a:pt x="707323" y="1531333"/>
                    </a:lnTo>
                    <a:lnTo>
                      <a:pt x="688561" y="1528470"/>
                    </a:lnTo>
                    <a:lnTo>
                      <a:pt x="581645" y="1496716"/>
                    </a:lnTo>
                    <a:lnTo>
                      <a:pt x="495416" y="1592152"/>
                    </a:lnTo>
                    <a:lnTo>
                      <a:pt x="332634" y="1498169"/>
                    </a:lnTo>
                    <a:lnTo>
                      <a:pt x="373389" y="1372000"/>
                    </a:lnTo>
                    <a:lnTo>
                      <a:pt x="293970" y="1290661"/>
                    </a:lnTo>
                    <a:lnTo>
                      <a:pt x="287662" y="1281558"/>
                    </a:lnTo>
                    <a:lnTo>
                      <a:pt x="157930" y="1323465"/>
                    </a:lnTo>
                    <a:lnTo>
                      <a:pt x="63947" y="1160683"/>
                    </a:lnTo>
                    <a:lnTo>
                      <a:pt x="170348" y="1064548"/>
                    </a:lnTo>
                    <a:lnTo>
                      <a:pt x="159896" y="1031651"/>
                    </a:lnTo>
                    <a:lnTo>
                      <a:pt x="144063" y="952912"/>
                    </a:lnTo>
                    <a:lnTo>
                      <a:pt x="0" y="922032"/>
                    </a:lnTo>
                    <a:lnTo>
                      <a:pt x="0" y="734067"/>
                    </a:lnTo>
                    <a:lnTo>
                      <a:pt x="152682" y="701339"/>
                    </a:lnTo>
                    <a:lnTo>
                      <a:pt x="159896" y="669158"/>
                    </a:lnTo>
                    <a:lnTo>
                      <a:pt x="182923" y="602913"/>
                    </a:lnTo>
                    <a:lnTo>
                      <a:pt x="63947" y="495417"/>
                    </a:lnTo>
                    <a:lnTo>
                      <a:pt x="157930" y="332634"/>
                    </a:lnTo>
                    <a:lnTo>
                      <a:pt x="318389" y="384465"/>
                    </a:lnTo>
                    <a:lnTo>
                      <a:pt x="353537" y="346539"/>
                    </a:lnTo>
                    <a:lnTo>
                      <a:pt x="385166" y="320558"/>
                    </a:lnTo>
                    <a:lnTo>
                      <a:pt x="332634" y="157929"/>
                    </a:lnTo>
                    <a:lnTo>
                      <a:pt x="495416" y="63947"/>
                    </a:lnTo>
                    <a:lnTo>
                      <a:pt x="612546" y="193585"/>
                    </a:lnTo>
                    <a:lnTo>
                      <a:pt x="688561" y="172338"/>
                    </a:lnTo>
                    <a:lnTo>
                      <a:pt x="697415" y="1709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椭圆 22"/>
              <p:cNvSpPr/>
              <p:nvPr>
                <p:custDataLst>
                  <p:tags r:id="rId7"/>
                </p:custDataLst>
              </p:nvPr>
            </p:nvSpPr>
            <p:spPr>
              <a:xfrm>
                <a:off x="7789192" y="1881434"/>
                <a:ext cx="518866" cy="518866"/>
              </a:xfrm>
              <a:prstGeom prst="ellipse">
                <a:avLst/>
              </a:prstGeom>
              <a:solidFill>
                <a:srgbClr val="151472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1" name="矩形 20"/>
            <p:cNvSpPr/>
            <p:nvPr>
              <p:custDataLst>
                <p:tags r:id="rId8"/>
              </p:custDataLst>
            </p:nvPr>
          </p:nvSpPr>
          <p:spPr>
            <a:xfrm>
              <a:off x="7547657" y="2976835"/>
              <a:ext cx="7352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 smtClean="0">
                  <a:solidFill>
                    <a:prstClr val="white"/>
                  </a:solidFill>
                  <a:latin typeface="Century Gothic" panose="020B0502020202020204" pitchFamily="34" charset="0"/>
                  <a:ea typeface="微软雅黑" panose="020B0503020204020204" pitchFamily="34" charset="-122"/>
                </a:rPr>
                <a:t>02</a:t>
              </a:r>
              <a:endParaRPr lang="zh-CN" altLang="en-US" sz="2400" dirty="0">
                <a:solidFill>
                  <a:prstClr val="white"/>
                </a:solidFill>
                <a:latin typeface="Century Gothic" panose="020B0502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9"/>
            </p:custDataLst>
          </p:nvPr>
        </p:nvGrpSpPr>
        <p:grpSpPr>
          <a:xfrm>
            <a:off x="7383934" y="4089467"/>
            <a:ext cx="785565" cy="785566"/>
            <a:chOff x="7522493" y="2814884"/>
            <a:chExt cx="785565" cy="785566"/>
          </a:xfrm>
        </p:grpSpPr>
        <p:grpSp>
          <p:nvGrpSpPr>
            <p:cNvPr id="25" name="组合 24"/>
            <p:cNvGrpSpPr/>
            <p:nvPr/>
          </p:nvGrpSpPr>
          <p:grpSpPr>
            <a:xfrm>
              <a:off x="7522493" y="2814884"/>
              <a:ext cx="785565" cy="785566"/>
              <a:chOff x="7655843" y="1748084"/>
              <a:chExt cx="785565" cy="785566"/>
            </a:xfrm>
          </p:grpSpPr>
          <p:sp>
            <p:nvSpPr>
              <p:cNvPr id="27" name="任意多边形 26"/>
              <p:cNvSpPr/>
              <p:nvPr>
                <p:custDataLst>
                  <p:tags r:id="rId10"/>
                </p:custDataLst>
              </p:nvPr>
            </p:nvSpPr>
            <p:spPr>
              <a:xfrm>
                <a:off x="7655843" y="1748084"/>
                <a:ext cx="785565" cy="785566"/>
              </a:xfrm>
              <a:custGeom>
                <a:avLst/>
                <a:gdLst>
                  <a:gd name="connsiteX0" fmla="*/ 734066 w 1656097"/>
                  <a:gd name="connsiteY0" fmla="*/ 0 h 1656098"/>
                  <a:gd name="connsiteX1" fmla="*/ 922032 w 1656097"/>
                  <a:gd name="connsiteY1" fmla="*/ 0 h 1656098"/>
                  <a:gd name="connsiteX2" fmla="*/ 958682 w 1656097"/>
                  <a:gd name="connsiteY2" fmla="*/ 170987 h 1656098"/>
                  <a:gd name="connsiteX3" fmla="*/ 967537 w 1656097"/>
                  <a:gd name="connsiteY3" fmla="*/ 172338 h 1656098"/>
                  <a:gd name="connsiteX4" fmla="*/ 1042604 w 1656097"/>
                  <a:gd name="connsiteY4" fmla="*/ 194634 h 1656098"/>
                  <a:gd name="connsiteX5" fmla="*/ 1160682 w 1656097"/>
                  <a:gd name="connsiteY5" fmla="*/ 63947 h 1656098"/>
                  <a:gd name="connsiteX6" fmla="*/ 1323465 w 1656097"/>
                  <a:gd name="connsiteY6" fmla="*/ 157929 h 1656098"/>
                  <a:gd name="connsiteX7" fmla="*/ 1271151 w 1656097"/>
                  <a:gd name="connsiteY7" fmla="*/ 319877 h 1656098"/>
                  <a:gd name="connsiteX8" fmla="*/ 1280994 w 1656097"/>
                  <a:gd name="connsiteY8" fmla="*/ 327054 h 1656098"/>
                  <a:gd name="connsiteX9" fmla="*/ 1333335 w 1656097"/>
                  <a:gd name="connsiteY9" fmla="*/ 377405 h 1656098"/>
                  <a:gd name="connsiteX10" fmla="*/ 1338950 w 1656097"/>
                  <a:gd name="connsiteY10" fmla="*/ 384065 h 1656098"/>
                  <a:gd name="connsiteX11" fmla="*/ 1498169 w 1656097"/>
                  <a:gd name="connsiteY11" fmla="*/ 332634 h 1656098"/>
                  <a:gd name="connsiteX12" fmla="*/ 1592152 w 1656097"/>
                  <a:gd name="connsiteY12" fmla="*/ 495417 h 1656098"/>
                  <a:gd name="connsiteX13" fmla="*/ 1473528 w 1656097"/>
                  <a:gd name="connsiteY13" fmla="*/ 602595 h 1656098"/>
                  <a:gd name="connsiteX14" fmla="*/ 1483127 w 1656097"/>
                  <a:gd name="connsiteY14" fmla="*/ 626411 h 1656098"/>
                  <a:gd name="connsiteX15" fmla="*/ 1501984 w 1656097"/>
                  <a:gd name="connsiteY15" fmla="*/ 701032 h 1656098"/>
                  <a:gd name="connsiteX16" fmla="*/ 1656097 w 1656097"/>
                  <a:gd name="connsiteY16" fmla="*/ 734067 h 1656098"/>
                  <a:gd name="connsiteX17" fmla="*/ 1656097 w 1656097"/>
                  <a:gd name="connsiteY17" fmla="*/ 922032 h 1656098"/>
                  <a:gd name="connsiteX18" fmla="*/ 1511749 w 1656097"/>
                  <a:gd name="connsiteY18" fmla="*/ 952973 h 1656098"/>
                  <a:gd name="connsiteX19" fmla="*/ 1506114 w 1656097"/>
                  <a:gd name="connsiteY19" fmla="*/ 989892 h 1656098"/>
                  <a:gd name="connsiteX20" fmla="*/ 1491538 w 1656097"/>
                  <a:gd name="connsiteY20" fmla="*/ 1048074 h 1656098"/>
                  <a:gd name="connsiteX21" fmla="*/ 1485827 w 1656097"/>
                  <a:gd name="connsiteY21" fmla="*/ 1064617 h 1656098"/>
                  <a:gd name="connsiteX22" fmla="*/ 1592152 w 1656097"/>
                  <a:gd name="connsiteY22" fmla="*/ 1160683 h 1656098"/>
                  <a:gd name="connsiteX23" fmla="*/ 1498169 w 1656097"/>
                  <a:gd name="connsiteY23" fmla="*/ 1323465 h 1656098"/>
                  <a:gd name="connsiteX24" fmla="*/ 1367507 w 1656097"/>
                  <a:gd name="connsiteY24" fmla="*/ 1281258 h 1656098"/>
                  <a:gd name="connsiteX25" fmla="*/ 1351398 w 1656097"/>
                  <a:gd name="connsiteY25" fmla="*/ 1303350 h 1656098"/>
                  <a:gd name="connsiteX26" fmla="*/ 1301049 w 1656097"/>
                  <a:gd name="connsiteY26" fmla="*/ 1355691 h 1656098"/>
                  <a:gd name="connsiteX27" fmla="*/ 1282493 w 1656097"/>
                  <a:gd name="connsiteY27" fmla="*/ 1371332 h 1656098"/>
                  <a:gd name="connsiteX28" fmla="*/ 1323465 w 1656097"/>
                  <a:gd name="connsiteY28" fmla="*/ 1498169 h 1656098"/>
                  <a:gd name="connsiteX29" fmla="*/ 1160682 w 1656097"/>
                  <a:gd name="connsiteY29" fmla="*/ 1592152 h 1656098"/>
                  <a:gd name="connsiteX30" fmla="*/ 1074277 w 1656097"/>
                  <a:gd name="connsiteY30" fmla="*/ 1496521 h 1656098"/>
                  <a:gd name="connsiteX31" fmla="*/ 1052042 w 1656097"/>
                  <a:gd name="connsiteY31" fmla="*/ 1505484 h 1656098"/>
                  <a:gd name="connsiteX32" fmla="*/ 948719 w 1656097"/>
                  <a:gd name="connsiteY32" fmla="*/ 1531593 h 1656098"/>
                  <a:gd name="connsiteX33" fmla="*/ 922032 w 1656097"/>
                  <a:gd name="connsiteY33" fmla="*/ 1656098 h 1656098"/>
                  <a:gd name="connsiteX34" fmla="*/ 734066 w 1656097"/>
                  <a:gd name="connsiteY34" fmla="*/ 1656098 h 1656098"/>
                  <a:gd name="connsiteX35" fmla="*/ 707323 w 1656097"/>
                  <a:gd name="connsiteY35" fmla="*/ 1531333 h 1656098"/>
                  <a:gd name="connsiteX36" fmla="*/ 688561 w 1656097"/>
                  <a:gd name="connsiteY36" fmla="*/ 1528470 h 1656098"/>
                  <a:gd name="connsiteX37" fmla="*/ 581645 w 1656097"/>
                  <a:gd name="connsiteY37" fmla="*/ 1496716 h 1656098"/>
                  <a:gd name="connsiteX38" fmla="*/ 495416 w 1656097"/>
                  <a:gd name="connsiteY38" fmla="*/ 1592152 h 1656098"/>
                  <a:gd name="connsiteX39" fmla="*/ 332634 w 1656097"/>
                  <a:gd name="connsiteY39" fmla="*/ 1498169 h 1656098"/>
                  <a:gd name="connsiteX40" fmla="*/ 373389 w 1656097"/>
                  <a:gd name="connsiteY40" fmla="*/ 1372000 h 1656098"/>
                  <a:gd name="connsiteX41" fmla="*/ 293970 w 1656097"/>
                  <a:gd name="connsiteY41" fmla="*/ 1290661 h 1656098"/>
                  <a:gd name="connsiteX42" fmla="*/ 287662 w 1656097"/>
                  <a:gd name="connsiteY42" fmla="*/ 1281558 h 1656098"/>
                  <a:gd name="connsiteX43" fmla="*/ 157930 w 1656097"/>
                  <a:gd name="connsiteY43" fmla="*/ 1323465 h 1656098"/>
                  <a:gd name="connsiteX44" fmla="*/ 63947 w 1656097"/>
                  <a:gd name="connsiteY44" fmla="*/ 1160683 h 1656098"/>
                  <a:gd name="connsiteX45" fmla="*/ 170348 w 1656097"/>
                  <a:gd name="connsiteY45" fmla="*/ 1064548 h 1656098"/>
                  <a:gd name="connsiteX46" fmla="*/ 159896 w 1656097"/>
                  <a:gd name="connsiteY46" fmla="*/ 1031651 h 1656098"/>
                  <a:gd name="connsiteX47" fmla="*/ 144063 w 1656097"/>
                  <a:gd name="connsiteY47" fmla="*/ 952912 h 1656098"/>
                  <a:gd name="connsiteX48" fmla="*/ 0 w 1656097"/>
                  <a:gd name="connsiteY48" fmla="*/ 922032 h 1656098"/>
                  <a:gd name="connsiteX49" fmla="*/ 0 w 1656097"/>
                  <a:gd name="connsiteY49" fmla="*/ 734067 h 1656098"/>
                  <a:gd name="connsiteX50" fmla="*/ 152682 w 1656097"/>
                  <a:gd name="connsiteY50" fmla="*/ 701339 h 1656098"/>
                  <a:gd name="connsiteX51" fmla="*/ 159896 w 1656097"/>
                  <a:gd name="connsiteY51" fmla="*/ 669158 h 1656098"/>
                  <a:gd name="connsiteX52" fmla="*/ 182923 w 1656097"/>
                  <a:gd name="connsiteY52" fmla="*/ 602913 h 1656098"/>
                  <a:gd name="connsiteX53" fmla="*/ 63947 w 1656097"/>
                  <a:gd name="connsiteY53" fmla="*/ 495417 h 1656098"/>
                  <a:gd name="connsiteX54" fmla="*/ 157930 w 1656097"/>
                  <a:gd name="connsiteY54" fmla="*/ 332634 h 1656098"/>
                  <a:gd name="connsiteX55" fmla="*/ 318389 w 1656097"/>
                  <a:gd name="connsiteY55" fmla="*/ 384465 h 1656098"/>
                  <a:gd name="connsiteX56" fmla="*/ 353537 w 1656097"/>
                  <a:gd name="connsiteY56" fmla="*/ 346539 h 1656098"/>
                  <a:gd name="connsiteX57" fmla="*/ 385166 w 1656097"/>
                  <a:gd name="connsiteY57" fmla="*/ 320558 h 1656098"/>
                  <a:gd name="connsiteX58" fmla="*/ 332634 w 1656097"/>
                  <a:gd name="connsiteY58" fmla="*/ 157929 h 1656098"/>
                  <a:gd name="connsiteX59" fmla="*/ 495416 w 1656097"/>
                  <a:gd name="connsiteY59" fmla="*/ 63947 h 1656098"/>
                  <a:gd name="connsiteX60" fmla="*/ 612546 w 1656097"/>
                  <a:gd name="connsiteY60" fmla="*/ 193585 h 1656098"/>
                  <a:gd name="connsiteX61" fmla="*/ 688561 w 1656097"/>
                  <a:gd name="connsiteY61" fmla="*/ 172338 h 1656098"/>
                  <a:gd name="connsiteX62" fmla="*/ 697415 w 1656097"/>
                  <a:gd name="connsiteY62" fmla="*/ 170987 h 1656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656097" h="1656098">
                    <a:moveTo>
                      <a:pt x="734066" y="0"/>
                    </a:moveTo>
                    <a:lnTo>
                      <a:pt x="922032" y="0"/>
                    </a:lnTo>
                    <a:lnTo>
                      <a:pt x="958682" y="170987"/>
                    </a:lnTo>
                    <a:lnTo>
                      <a:pt x="967537" y="172338"/>
                    </a:lnTo>
                    <a:lnTo>
                      <a:pt x="1042604" y="194634"/>
                    </a:lnTo>
                    <a:lnTo>
                      <a:pt x="1160682" y="63947"/>
                    </a:lnTo>
                    <a:lnTo>
                      <a:pt x="1323465" y="157929"/>
                    </a:lnTo>
                    <a:lnTo>
                      <a:pt x="1271151" y="319877"/>
                    </a:lnTo>
                    <a:lnTo>
                      <a:pt x="1280994" y="327054"/>
                    </a:lnTo>
                    <a:cubicBezTo>
                      <a:pt x="1299308" y="342918"/>
                      <a:pt x="1316780" y="359726"/>
                      <a:pt x="1333335" y="377405"/>
                    </a:cubicBezTo>
                    <a:lnTo>
                      <a:pt x="1338950" y="384065"/>
                    </a:lnTo>
                    <a:lnTo>
                      <a:pt x="1498169" y="332634"/>
                    </a:lnTo>
                    <a:lnTo>
                      <a:pt x="1592152" y="495417"/>
                    </a:lnTo>
                    <a:lnTo>
                      <a:pt x="1473528" y="602595"/>
                    </a:lnTo>
                    <a:lnTo>
                      <a:pt x="1483127" y="626411"/>
                    </a:lnTo>
                    <a:lnTo>
                      <a:pt x="1501984" y="701032"/>
                    </a:lnTo>
                    <a:lnTo>
                      <a:pt x="1656097" y="734067"/>
                    </a:lnTo>
                    <a:lnTo>
                      <a:pt x="1656097" y="922032"/>
                    </a:lnTo>
                    <a:lnTo>
                      <a:pt x="1511749" y="952973"/>
                    </a:lnTo>
                    <a:lnTo>
                      <a:pt x="1506114" y="989892"/>
                    </a:lnTo>
                    <a:cubicBezTo>
                      <a:pt x="1502081" y="1009604"/>
                      <a:pt x="1497209" y="1029011"/>
                      <a:pt x="1491538" y="1048074"/>
                    </a:cubicBezTo>
                    <a:lnTo>
                      <a:pt x="1485827" y="1064617"/>
                    </a:lnTo>
                    <a:lnTo>
                      <a:pt x="1592152" y="1160683"/>
                    </a:lnTo>
                    <a:lnTo>
                      <a:pt x="1498169" y="1323465"/>
                    </a:lnTo>
                    <a:lnTo>
                      <a:pt x="1367507" y="1281258"/>
                    </a:lnTo>
                    <a:lnTo>
                      <a:pt x="1351398" y="1303350"/>
                    </a:lnTo>
                    <a:cubicBezTo>
                      <a:pt x="1335535" y="1321664"/>
                      <a:pt x="1318727" y="1339136"/>
                      <a:pt x="1301049" y="1355691"/>
                    </a:cubicBezTo>
                    <a:lnTo>
                      <a:pt x="1282493" y="1371332"/>
                    </a:lnTo>
                    <a:lnTo>
                      <a:pt x="1323465" y="1498169"/>
                    </a:lnTo>
                    <a:lnTo>
                      <a:pt x="1160682" y="1592152"/>
                    </a:lnTo>
                    <a:lnTo>
                      <a:pt x="1074277" y="1496521"/>
                    </a:lnTo>
                    <a:lnTo>
                      <a:pt x="1052042" y="1505484"/>
                    </a:lnTo>
                    <a:lnTo>
                      <a:pt x="948719" y="1531593"/>
                    </a:lnTo>
                    <a:lnTo>
                      <a:pt x="922032" y="1656098"/>
                    </a:lnTo>
                    <a:lnTo>
                      <a:pt x="734066" y="1656098"/>
                    </a:lnTo>
                    <a:lnTo>
                      <a:pt x="707323" y="1531333"/>
                    </a:lnTo>
                    <a:lnTo>
                      <a:pt x="688561" y="1528470"/>
                    </a:lnTo>
                    <a:lnTo>
                      <a:pt x="581645" y="1496716"/>
                    </a:lnTo>
                    <a:lnTo>
                      <a:pt x="495416" y="1592152"/>
                    </a:lnTo>
                    <a:lnTo>
                      <a:pt x="332634" y="1498169"/>
                    </a:lnTo>
                    <a:lnTo>
                      <a:pt x="373389" y="1372000"/>
                    </a:lnTo>
                    <a:lnTo>
                      <a:pt x="293970" y="1290661"/>
                    </a:lnTo>
                    <a:lnTo>
                      <a:pt x="287662" y="1281558"/>
                    </a:lnTo>
                    <a:lnTo>
                      <a:pt x="157930" y="1323465"/>
                    </a:lnTo>
                    <a:lnTo>
                      <a:pt x="63947" y="1160683"/>
                    </a:lnTo>
                    <a:lnTo>
                      <a:pt x="170348" y="1064548"/>
                    </a:lnTo>
                    <a:lnTo>
                      <a:pt x="159896" y="1031651"/>
                    </a:lnTo>
                    <a:lnTo>
                      <a:pt x="144063" y="952912"/>
                    </a:lnTo>
                    <a:lnTo>
                      <a:pt x="0" y="922032"/>
                    </a:lnTo>
                    <a:lnTo>
                      <a:pt x="0" y="734067"/>
                    </a:lnTo>
                    <a:lnTo>
                      <a:pt x="152682" y="701339"/>
                    </a:lnTo>
                    <a:lnTo>
                      <a:pt x="159896" y="669158"/>
                    </a:lnTo>
                    <a:lnTo>
                      <a:pt x="182923" y="602913"/>
                    </a:lnTo>
                    <a:lnTo>
                      <a:pt x="63947" y="495417"/>
                    </a:lnTo>
                    <a:lnTo>
                      <a:pt x="157930" y="332634"/>
                    </a:lnTo>
                    <a:lnTo>
                      <a:pt x="318389" y="384465"/>
                    </a:lnTo>
                    <a:lnTo>
                      <a:pt x="353537" y="346539"/>
                    </a:lnTo>
                    <a:lnTo>
                      <a:pt x="385166" y="320558"/>
                    </a:lnTo>
                    <a:lnTo>
                      <a:pt x="332634" y="157929"/>
                    </a:lnTo>
                    <a:lnTo>
                      <a:pt x="495416" y="63947"/>
                    </a:lnTo>
                    <a:lnTo>
                      <a:pt x="612546" y="193585"/>
                    </a:lnTo>
                    <a:lnTo>
                      <a:pt x="688561" y="172338"/>
                    </a:lnTo>
                    <a:lnTo>
                      <a:pt x="697415" y="1709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椭圆 27"/>
              <p:cNvSpPr/>
              <p:nvPr>
                <p:custDataLst>
                  <p:tags r:id="rId11"/>
                </p:custDataLst>
              </p:nvPr>
            </p:nvSpPr>
            <p:spPr>
              <a:xfrm>
                <a:off x="7789192" y="1881434"/>
                <a:ext cx="518866" cy="518866"/>
              </a:xfrm>
              <a:prstGeom prst="ellipse">
                <a:avLst/>
              </a:prstGeom>
              <a:solidFill>
                <a:srgbClr val="151472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6" name="矩形 25"/>
            <p:cNvSpPr/>
            <p:nvPr>
              <p:custDataLst>
                <p:tags r:id="rId12"/>
              </p:custDataLst>
            </p:nvPr>
          </p:nvSpPr>
          <p:spPr>
            <a:xfrm>
              <a:off x="7547657" y="2976835"/>
              <a:ext cx="7352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 smtClean="0">
                  <a:solidFill>
                    <a:prstClr val="white"/>
                  </a:solidFill>
                  <a:latin typeface="Century Gothic" panose="020B0502020202020204" pitchFamily="34" charset="0"/>
                  <a:ea typeface="微软雅黑" panose="020B0503020204020204" pitchFamily="34" charset="-122"/>
                </a:rPr>
                <a:t>03</a:t>
              </a:r>
              <a:endParaRPr lang="zh-CN" altLang="en-US" sz="2400" dirty="0">
                <a:solidFill>
                  <a:prstClr val="white"/>
                </a:solidFill>
                <a:latin typeface="Century Gothic" panose="020B0502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13"/>
            </p:custDataLst>
          </p:nvPr>
        </p:nvGrpSpPr>
        <p:grpSpPr>
          <a:xfrm>
            <a:off x="7383934" y="5163524"/>
            <a:ext cx="785565" cy="785566"/>
            <a:chOff x="7522493" y="2814884"/>
            <a:chExt cx="785565" cy="785566"/>
          </a:xfrm>
        </p:grpSpPr>
        <p:grpSp>
          <p:nvGrpSpPr>
            <p:cNvPr id="30" name="组合 29"/>
            <p:cNvGrpSpPr/>
            <p:nvPr/>
          </p:nvGrpSpPr>
          <p:grpSpPr>
            <a:xfrm>
              <a:off x="7522493" y="2814884"/>
              <a:ext cx="785565" cy="785566"/>
              <a:chOff x="7655843" y="1748084"/>
              <a:chExt cx="785565" cy="785566"/>
            </a:xfrm>
          </p:grpSpPr>
          <p:sp>
            <p:nvSpPr>
              <p:cNvPr id="32" name="任意多边形 31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55843" y="1748084"/>
                <a:ext cx="785565" cy="785566"/>
              </a:xfrm>
              <a:custGeom>
                <a:avLst/>
                <a:gdLst>
                  <a:gd name="connsiteX0" fmla="*/ 734066 w 1656097"/>
                  <a:gd name="connsiteY0" fmla="*/ 0 h 1656098"/>
                  <a:gd name="connsiteX1" fmla="*/ 922032 w 1656097"/>
                  <a:gd name="connsiteY1" fmla="*/ 0 h 1656098"/>
                  <a:gd name="connsiteX2" fmla="*/ 958682 w 1656097"/>
                  <a:gd name="connsiteY2" fmla="*/ 170987 h 1656098"/>
                  <a:gd name="connsiteX3" fmla="*/ 967537 w 1656097"/>
                  <a:gd name="connsiteY3" fmla="*/ 172338 h 1656098"/>
                  <a:gd name="connsiteX4" fmla="*/ 1042604 w 1656097"/>
                  <a:gd name="connsiteY4" fmla="*/ 194634 h 1656098"/>
                  <a:gd name="connsiteX5" fmla="*/ 1160682 w 1656097"/>
                  <a:gd name="connsiteY5" fmla="*/ 63947 h 1656098"/>
                  <a:gd name="connsiteX6" fmla="*/ 1323465 w 1656097"/>
                  <a:gd name="connsiteY6" fmla="*/ 157929 h 1656098"/>
                  <a:gd name="connsiteX7" fmla="*/ 1271151 w 1656097"/>
                  <a:gd name="connsiteY7" fmla="*/ 319877 h 1656098"/>
                  <a:gd name="connsiteX8" fmla="*/ 1280994 w 1656097"/>
                  <a:gd name="connsiteY8" fmla="*/ 327054 h 1656098"/>
                  <a:gd name="connsiteX9" fmla="*/ 1333335 w 1656097"/>
                  <a:gd name="connsiteY9" fmla="*/ 377405 h 1656098"/>
                  <a:gd name="connsiteX10" fmla="*/ 1338950 w 1656097"/>
                  <a:gd name="connsiteY10" fmla="*/ 384065 h 1656098"/>
                  <a:gd name="connsiteX11" fmla="*/ 1498169 w 1656097"/>
                  <a:gd name="connsiteY11" fmla="*/ 332634 h 1656098"/>
                  <a:gd name="connsiteX12" fmla="*/ 1592152 w 1656097"/>
                  <a:gd name="connsiteY12" fmla="*/ 495417 h 1656098"/>
                  <a:gd name="connsiteX13" fmla="*/ 1473528 w 1656097"/>
                  <a:gd name="connsiteY13" fmla="*/ 602595 h 1656098"/>
                  <a:gd name="connsiteX14" fmla="*/ 1483127 w 1656097"/>
                  <a:gd name="connsiteY14" fmla="*/ 626411 h 1656098"/>
                  <a:gd name="connsiteX15" fmla="*/ 1501984 w 1656097"/>
                  <a:gd name="connsiteY15" fmla="*/ 701032 h 1656098"/>
                  <a:gd name="connsiteX16" fmla="*/ 1656097 w 1656097"/>
                  <a:gd name="connsiteY16" fmla="*/ 734067 h 1656098"/>
                  <a:gd name="connsiteX17" fmla="*/ 1656097 w 1656097"/>
                  <a:gd name="connsiteY17" fmla="*/ 922032 h 1656098"/>
                  <a:gd name="connsiteX18" fmla="*/ 1511749 w 1656097"/>
                  <a:gd name="connsiteY18" fmla="*/ 952973 h 1656098"/>
                  <a:gd name="connsiteX19" fmla="*/ 1506114 w 1656097"/>
                  <a:gd name="connsiteY19" fmla="*/ 989892 h 1656098"/>
                  <a:gd name="connsiteX20" fmla="*/ 1491538 w 1656097"/>
                  <a:gd name="connsiteY20" fmla="*/ 1048074 h 1656098"/>
                  <a:gd name="connsiteX21" fmla="*/ 1485827 w 1656097"/>
                  <a:gd name="connsiteY21" fmla="*/ 1064617 h 1656098"/>
                  <a:gd name="connsiteX22" fmla="*/ 1592152 w 1656097"/>
                  <a:gd name="connsiteY22" fmla="*/ 1160683 h 1656098"/>
                  <a:gd name="connsiteX23" fmla="*/ 1498169 w 1656097"/>
                  <a:gd name="connsiteY23" fmla="*/ 1323465 h 1656098"/>
                  <a:gd name="connsiteX24" fmla="*/ 1367507 w 1656097"/>
                  <a:gd name="connsiteY24" fmla="*/ 1281258 h 1656098"/>
                  <a:gd name="connsiteX25" fmla="*/ 1351398 w 1656097"/>
                  <a:gd name="connsiteY25" fmla="*/ 1303350 h 1656098"/>
                  <a:gd name="connsiteX26" fmla="*/ 1301049 w 1656097"/>
                  <a:gd name="connsiteY26" fmla="*/ 1355691 h 1656098"/>
                  <a:gd name="connsiteX27" fmla="*/ 1282493 w 1656097"/>
                  <a:gd name="connsiteY27" fmla="*/ 1371332 h 1656098"/>
                  <a:gd name="connsiteX28" fmla="*/ 1323465 w 1656097"/>
                  <a:gd name="connsiteY28" fmla="*/ 1498169 h 1656098"/>
                  <a:gd name="connsiteX29" fmla="*/ 1160682 w 1656097"/>
                  <a:gd name="connsiteY29" fmla="*/ 1592152 h 1656098"/>
                  <a:gd name="connsiteX30" fmla="*/ 1074277 w 1656097"/>
                  <a:gd name="connsiteY30" fmla="*/ 1496521 h 1656098"/>
                  <a:gd name="connsiteX31" fmla="*/ 1052042 w 1656097"/>
                  <a:gd name="connsiteY31" fmla="*/ 1505484 h 1656098"/>
                  <a:gd name="connsiteX32" fmla="*/ 948719 w 1656097"/>
                  <a:gd name="connsiteY32" fmla="*/ 1531593 h 1656098"/>
                  <a:gd name="connsiteX33" fmla="*/ 922032 w 1656097"/>
                  <a:gd name="connsiteY33" fmla="*/ 1656098 h 1656098"/>
                  <a:gd name="connsiteX34" fmla="*/ 734066 w 1656097"/>
                  <a:gd name="connsiteY34" fmla="*/ 1656098 h 1656098"/>
                  <a:gd name="connsiteX35" fmla="*/ 707323 w 1656097"/>
                  <a:gd name="connsiteY35" fmla="*/ 1531333 h 1656098"/>
                  <a:gd name="connsiteX36" fmla="*/ 688561 w 1656097"/>
                  <a:gd name="connsiteY36" fmla="*/ 1528470 h 1656098"/>
                  <a:gd name="connsiteX37" fmla="*/ 581645 w 1656097"/>
                  <a:gd name="connsiteY37" fmla="*/ 1496716 h 1656098"/>
                  <a:gd name="connsiteX38" fmla="*/ 495416 w 1656097"/>
                  <a:gd name="connsiteY38" fmla="*/ 1592152 h 1656098"/>
                  <a:gd name="connsiteX39" fmla="*/ 332634 w 1656097"/>
                  <a:gd name="connsiteY39" fmla="*/ 1498169 h 1656098"/>
                  <a:gd name="connsiteX40" fmla="*/ 373389 w 1656097"/>
                  <a:gd name="connsiteY40" fmla="*/ 1372000 h 1656098"/>
                  <a:gd name="connsiteX41" fmla="*/ 293970 w 1656097"/>
                  <a:gd name="connsiteY41" fmla="*/ 1290661 h 1656098"/>
                  <a:gd name="connsiteX42" fmla="*/ 287662 w 1656097"/>
                  <a:gd name="connsiteY42" fmla="*/ 1281558 h 1656098"/>
                  <a:gd name="connsiteX43" fmla="*/ 157930 w 1656097"/>
                  <a:gd name="connsiteY43" fmla="*/ 1323465 h 1656098"/>
                  <a:gd name="connsiteX44" fmla="*/ 63947 w 1656097"/>
                  <a:gd name="connsiteY44" fmla="*/ 1160683 h 1656098"/>
                  <a:gd name="connsiteX45" fmla="*/ 170348 w 1656097"/>
                  <a:gd name="connsiteY45" fmla="*/ 1064548 h 1656098"/>
                  <a:gd name="connsiteX46" fmla="*/ 159896 w 1656097"/>
                  <a:gd name="connsiteY46" fmla="*/ 1031651 h 1656098"/>
                  <a:gd name="connsiteX47" fmla="*/ 144063 w 1656097"/>
                  <a:gd name="connsiteY47" fmla="*/ 952912 h 1656098"/>
                  <a:gd name="connsiteX48" fmla="*/ 0 w 1656097"/>
                  <a:gd name="connsiteY48" fmla="*/ 922032 h 1656098"/>
                  <a:gd name="connsiteX49" fmla="*/ 0 w 1656097"/>
                  <a:gd name="connsiteY49" fmla="*/ 734067 h 1656098"/>
                  <a:gd name="connsiteX50" fmla="*/ 152682 w 1656097"/>
                  <a:gd name="connsiteY50" fmla="*/ 701339 h 1656098"/>
                  <a:gd name="connsiteX51" fmla="*/ 159896 w 1656097"/>
                  <a:gd name="connsiteY51" fmla="*/ 669158 h 1656098"/>
                  <a:gd name="connsiteX52" fmla="*/ 182923 w 1656097"/>
                  <a:gd name="connsiteY52" fmla="*/ 602913 h 1656098"/>
                  <a:gd name="connsiteX53" fmla="*/ 63947 w 1656097"/>
                  <a:gd name="connsiteY53" fmla="*/ 495417 h 1656098"/>
                  <a:gd name="connsiteX54" fmla="*/ 157930 w 1656097"/>
                  <a:gd name="connsiteY54" fmla="*/ 332634 h 1656098"/>
                  <a:gd name="connsiteX55" fmla="*/ 318389 w 1656097"/>
                  <a:gd name="connsiteY55" fmla="*/ 384465 h 1656098"/>
                  <a:gd name="connsiteX56" fmla="*/ 353537 w 1656097"/>
                  <a:gd name="connsiteY56" fmla="*/ 346539 h 1656098"/>
                  <a:gd name="connsiteX57" fmla="*/ 385166 w 1656097"/>
                  <a:gd name="connsiteY57" fmla="*/ 320558 h 1656098"/>
                  <a:gd name="connsiteX58" fmla="*/ 332634 w 1656097"/>
                  <a:gd name="connsiteY58" fmla="*/ 157929 h 1656098"/>
                  <a:gd name="connsiteX59" fmla="*/ 495416 w 1656097"/>
                  <a:gd name="connsiteY59" fmla="*/ 63947 h 1656098"/>
                  <a:gd name="connsiteX60" fmla="*/ 612546 w 1656097"/>
                  <a:gd name="connsiteY60" fmla="*/ 193585 h 1656098"/>
                  <a:gd name="connsiteX61" fmla="*/ 688561 w 1656097"/>
                  <a:gd name="connsiteY61" fmla="*/ 172338 h 1656098"/>
                  <a:gd name="connsiteX62" fmla="*/ 697415 w 1656097"/>
                  <a:gd name="connsiteY62" fmla="*/ 170987 h 1656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656097" h="1656098">
                    <a:moveTo>
                      <a:pt x="734066" y="0"/>
                    </a:moveTo>
                    <a:lnTo>
                      <a:pt x="922032" y="0"/>
                    </a:lnTo>
                    <a:lnTo>
                      <a:pt x="958682" y="170987"/>
                    </a:lnTo>
                    <a:lnTo>
                      <a:pt x="967537" y="172338"/>
                    </a:lnTo>
                    <a:lnTo>
                      <a:pt x="1042604" y="194634"/>
                    </a:lnTo>
                    <a:lnTo>
                      <a:pt x="1160682" y="63947"/>
                    </a:lnTo>
                    <a:lnTo>
                      <a:pt x="1323465" y="157929"/>
                    </a:lnTo>
                    <a:lnTo>
                      <a:pt x="1271151" y="319877"/>
                    </a:lnTo>
                    <a:lnTo>
                      <a:pt x="1280994" y="327054"/>
                    </a:lnTo>
                    <a:cubicBezTo>
                      <a:pt x="1299308" y="342918"/>
                      <a:pt x="1316780" y="359726"/>
                      <a:pt x="1333335" y="377405"/>
                    </a:cubicBezTo>
                    <a:lnTo>
                      <a:pt x="1338950" y="384065"/>
                    </a:lnTo>
                    <a:lnTo>
                      <a:pt x="1498169" y="332634"/>
                    </a:lnTo>
                    <a:lnTo>
                      <a:pt x="1592152" y="495417"/>
                    </a:lnTo>
                    <a:lnTo>
                      <a:pt x="1473528" y="602595"/>
                    </a:lnTo>
                    <a:lnTo>
                      <a:pt x="1483127" y="626411"/>
                    </a:lnTo>
                    <a:lnTo>
                      <a:pt x="1501984" y="701032"/>
                    </a:lnTo>
                    <a:lnTo>
                      <a:pt x="1656097" y="734067"/>
                    </a:lnTo>
                    <a:lnTo>
                      <a:pt x="1656097" y="922032"/>
                    </a:lnTo>
                    <a:lnTo>
                      <a:pt x="1511749" y="952973"/>
                    </a:lnTo>
                    <a:lnTo>
                      <a:pt x="1506114" y="989892"/>
                    </a:lnTo>
                    <a:cubicBezTo>
                      <a:pt x="1502081" y="1009604"/>
                      <a:pt x="1497209" y="1029011"/>
                      <a:pt x="1491538" y="1048074"/>
                    </a:cubicBezTo>
                    <a:lnTo>
                      <a:pt x="1485827" y="1064617"/>
                    </a:lnTo>
                    <a:lnTo>
                      <a:pt x="1592152" y="1160683"/>
                    </a:lnTo>
                    <a:lnTo>
                      <a:pt x="1498169" y="1323465"/>
                    </a:lnTo>
                    <a:lnTo>
                      <a:pt x="1367507" y="1281258"/>
                    </a:lnTo>
                    <a:lnTo>
                      <a:pt x="1351398" y="1303350"/>
                    </a:lnTo>
                    <a:cubicBezTo>
                      <a:pt x="1335535" y="1321664"/>
                      <a:pt x="1318727" y="1339136"/>
                      <a:pt x="1301049" y="1355691"/>
                    </a:cubicBezTo>
                    <a:lnTo>
                      <a:pt x="1282493" y="1371332"/>
                    </a:lnTo>
                    <a:lnTo>
                      <a:pt x="1323465" y="1498169"/>
                    </a:lnTo>
                    <a:lnTo>
                      <a:pt x="1160682" y="1592152"/>
                    </a:lnTo>
                    <a:lnTo>
                      <a:pt x="1074277" y="1496521"/>
                    </a:lnTo>
                    <a:lnTo>
                      <a:pt x="1052042" y="1505484"/>
                    </a:lnTo>
                    <a:lnTo>
                      <a:pt x="948719" y="1531593"/>
                    </a:lnTo>
                    <a:lnTo>
                      <a:pt x="922032" y="1656098"/>
                    </a:lnTo>
                    <a:lnTo>
                      <a:pt x="734066" y="1656098"/>
                    </a:lnTo>
                    <a:lnTo>
                      <a:pt x="707323" y="1531333"/>
                    </a:lnTo>
                    <a:lnTo>
                      <a:pt x="688561" y="1528470"/>
                    </a:lnTo>
                    <a:lnTo>
                      <a:pt x="581645" y="1496716"/>
                    </a:lnTo>
                    <a:lnTo>
                      <a:pt x="495416" y="1592152"/>
                    </a:lnTo>
                    <a:lnTo>
                      <a:pt x="332634" y="1498169"/>
                    </a:lnTo>
                    <a:lnTo>
                      <a:pt x="373389" y="1372000"/>
                    </a:lnTo>
                    <a:lnTo>
                      <a:pt x="293970" y="1290661"/>
                    </a:lnTo>
                    <a:lnTo>
                      <a:pt x="287662" y="1281558"/>
                    </a:lnTo>
                    <a:lnTo>
                      <a:pt x="157930" y="1323465"/>
                    </a:lnTo>
                    <a:lnTo>
                      <a:pt x="63947" y="1160683"/>
                    </a:lnTo>
                    <a:lnTo>
                      <a:pt x="170348" y="1064548"/>
                    </a:lnTo>
                    <a:lnTo>
                      <a:pt x="159896" y="1031651"/>
                    </a:lnTo>
                    <a:lnTo>
                      <a:pt x="144063" y="952912"/>
                    </a:lnTo>
                    <a:lnTo>
                      <a:pt x="0" y="922032"/>
                    </a:lnTo>
                    <a:lnTo>
                      <a:pt x="0" y="734067"/>
                    </a:lnTo>
                    <a:lnTo>
                      <a:pt x="152682" y="701339"/>
                    </a:lnTo>
                    <a:lnTo>
                      <a:pt x="159896" y="669158"/>
                    </a:lnTo>
                    <a:lnTo>
                      <a:pt x="182923" y="602913"/>
                    </a:lnTo>
                    <a:lnTo>
                      <a:pt x="63947" y="495417"/>
                    </a:lnTo>
                    <a:lnTo>
                      <a:pt x="157930" y="332634"/>
                    </a:lnTo>
                    <a:lnTo>
                      <a:pt x="318389" y="384465"/>
                    </a:lnTo>
                    <a:lnTo>
                      <a:pt x="353537" y="346539"/>
                    </a:lnTo>
                    <a:lnTo>
                      <a:pt x="385166" y="320558"/>
                    </a:lnTo>
                    <a:lnTo>
                      <a:pt x="332634" y="157929"/>
                    </a:lnTo>
                    <a:lnTo>
                      <a:pt x="495416" y="63947"/>
                    </a:lnTo>
                    <a:lnTo>
                      <a:pt x="612546" y="193585"/>
                    </a:lnTo>
                    <a:lnTo>
                      <a:pt x="688561" y="172338"/>
                    </a:lnTo>
                    <a:lnTo>
                      <a:pt x="697415" y="1709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椭圆 32"/>
              <p:cNvSpPr/>
              <p:nvPr>
                <p:custDataLst>
                  <p:tags r:id="rId15"/>
                </p:custDataLst>
              </p:nvPr>
            </p:nvSpPr>
            <p:spPr>
              <a:xfrm>
                <a:off x="7789192" y="1881434"/>
                <a:ext cx="518866" cy="518866"/>
              </a:xfrm>
              <a:prstGeom prst="ellipse">
                <a:avLst/>
              </a:prstGeom>
              <a:solidFill>
                <a:srgbClr val="151472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31" name="矩形 30"/>
            <p:cNvSpPr/>
            <p:nvPr>
              <p:custDataLst>
                <p:tags r:id="rId16"/>
              </p:custDataLst>
            </p:nvPr>
          </p:nvSpPr>
          <p:spPr>
            <a:xfrm>
              <a:off x="7547657" y="2976835"/>
              <a:ext cx="7352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 smtClean="0">
                  <a:solidFill>
                    <a:prstClr val="white"/>
                  </a:solidFill>
                  <a:latin typeface="Century Gothic" panose="020B0502020202020204" pitchFamily="34" charset="0"/>
                  <a:ea typeface="微软雅黑" panose="020B0503020204020204" pitchFamily="34" charset="-122"/>
                </a:rPr>
                <a:t>04</a:t>
              </a:r>
              <a:endParaRPr lang="zh-CN" altLang="en-US" sz="2400" dirty="0">
                <a:solidFill>
                  <a:prstClr val="white"/>
                </a:solidFill>
                <a:latin typeface="Century Gothic" panose="020B0502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Text Placeholder 6"/>
          <p:cNvSpPr txBox="1"/>
          <p:nvPr>
            <p:custDataLst>
              <p:tags r:id="rId17"/>
            </p:custDataLst>
          </p:nvPr>
        </p:nvSpPr>
        <p:spPr>
          <a:xfrm>
            <a:off x="8355330" y="2060575"/>
            <a:ext cx="3088640" cy="46482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 baseline="0">
                <a:solidFill>
                  <a:srgbClr val="888888"/>
                </a:solidFill>
                <a:latin typeface="Source Sans Pro Light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推动制造业基础装备智能化升级。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Text Placeholder 6"/>
          <p:cNvSpPr txBox="1"/>
          <p:nvPr>
            <p:custDataLst>
              <p:tags r:id="rId18"/>
            </p:custDataLst>
          </p:nvPr>
        </p:nvSpPr>
        <p:spPr>
          <a:xfrm>
            <a:off x="8272780" y="3196590"/>
            <a:ext cx="3088640" cy="46482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 baseline="0">
                <a:solidFill>
                  <a:srgbClr val="888888"/>
                </a:solidFill>
                <a:latin typeface="Source Sans Pro Light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 ·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实现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“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人机隔离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”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，提升本质安全与环保水平。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Text Placeholder 6"/>
          <p:cNvSpPr txBox="1"/>
          <p:nvPr>
            <p:custDataLst>
              <p:tags r:id="rId19"/>
            </p:custDataLst>
          </p:nvPr>
        </p:nvSpPr>
        <p:spPr>
          <a:xfrm>
            <a:off x="8315960" y="4332605"/>
            <a:ext cx="3088640" cy="46482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 baseline="0">
                <a:solidFill>
                  <a:srgbClr val="888888"/>
                </a:solidFill>
                <a:latin typeface="Source Sans Pro Light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 ·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助力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“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双碳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”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目标，通过节能降低碳排放。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Text Placeholder 6"/>
          <p:cNvSpPr txBox="1"/>
          <p:nvPr>
            <p:custDataLst>
              <p:tags r:id="rId20"/>
            </p:custDataLst>
          </p:nvPr>
        </p:nvSpPr>
        <p:spPr>
          <a:xfrm>
            <a:off x="8406130" y="5358130"/>
            <a:ext cx="3088640" cy="46482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 baseline="0">
                <a:solidFill>
                  <a:srgbClr val="888888"/>
                </a:solidFill>
                <a:latin typeface="Source Sans Pro Light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 ·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沉淀工业数据资产，驱动企业从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“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制造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”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向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“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智造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”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转型。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34035" y="3429000"/>
            <a:ext cx="5815965" cy="112014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zh-CN" altLang="en-US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超越经济回报的社会价值</a:t>
            </a:r>
            <a:endParaRPr lang="zh-CN" altLang="en-US" sz="36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装饰  7"/>
          <p:cNvSpPr>
            <a:spLocks noGrp="1"/>
          </p:cNvSpPr>
          <p:nvPr>
            <p:ph type="body" idx="16390"/>
            <p:custDataLst>
              <p:tags r:id="rId1"/>
            </p:custDataLst>
          </p:nvPr>
        </p:nvSpPr>
        <p:spPr>
          <a:xfrm>
            <a:off x="654050" y="2082165"/>
            <a:ext cx="5334000" cy="4165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装饰  0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>
          <a:xfrm>
            <a:off x="6248400" y="2045335"/>
            <a:ext cx="5334000" cy="4165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73347" y="371747"/>
            <a:ext cx="5676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五、财务分析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62" name="Group 21"/>
          <p:cNvGrpSpPr/>
          <p:nvPr>
            <p:custDataLst>
              <p:tags r:id="rId3"/>
            </p:custDataLst>
          </p:nvPr>
        </p:nvGrpSpPr>
        <p:grpSpPr>
          <a:xfrm>
            <a:off x="1384300" y="2413635"/>
            <a:ext cx="500874" cy="594360"/>
            <a:chOff x="-6267132" y="1202491"/>
            <a:chExt cx="736375" cy="874421"/>
          </a:xfrm>
          <a:solidFill>
            <a:schemeClr val="accent2"/>
          </a:solidFill>
        </p:grpSpPr>
        <p:sp>
          <p:nvSpPr>
            <p:cNvPr id="63" name="íślíḋè-Oval 22"/>
            <p:cNvSpPr/>
            <p:nvPr>
              <p:custDataLst>
                <p:tags r:id="rId4"/>
              </p:custDataLst>
            </p:nvPr>
          </p:nvSpPr>
          <p:spPr>
            <a:xfrm>
              <a:off x="-6267132" y="1202491"/>
              <a:ext cx="736375" cy="736375"/>
            </a:xfrm>
            <a:prstGeom prst="ellips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64" name="íślíḋè-TextBox 23"/>
            <p:cNvSpPr txBox="1"/>
            <p:nvPr>
              <p:custDataLst>
                <p:tags r:id="rId5"/>
              </p:custDataLst>
            </p:nvPr>
          </p:nvSpPr>
          <p:spPr>
            <a:xfrm>
              <a:off x="-6162906" y="1354767"/>
              <a:ext cx="527797" cy="722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GB" sz="1600" dirty="0">
                  <a:solidFill>
                    <a:schemeClr val="bg1"/>
                  </a:solidFill>
                </a:rPr>
                <a:t>01</a:t>
              </a:r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27"/>
          <p:cNvGrpSpPr/>
          <p:nvPr>
            <p:custDataLst>
              <p:tags r:id="rId6"/>
            </p:custDataLst>
          </p:nvPr>
        </p:nvGrpSpPr>
        <p:grpSpPr>
          <a:xfrm>
            <a:off x="1436869" y="4934452"/>
            <a:ext cx="500807" cy="500504"/>
            <a:chOff x="-6716508" y="4788045"/>
            <a:chExt cx="736821" cy="736375"/>
          </a:xfrm>
          <a:solidFill>
            <a:schemeClr val="accent3"/>
          </a:solidFill>
        </p:grpSpPr>
        <p:sp>
          <p:nvSpPr>
            <p:cNvPr id="66" name="íślíḋè-Oval 28"/>
            <p:cNvSpPr/>
            <p:nvPr>
              <p:custDataLst>
                <p:tags r:id="rId7"/>
              </p:custDataLst>
            </p:nvPr>
          </p:nvSpPr>
          <p:spPr>
            <a:xfrm>
              <a:off x="-6716508" y="4788045"/>
              <a:ext cx="736375" cy="736375"/>
            </a:xfrm>
            <a:prstGeom prst="ellips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67" name="íślíḋè-TextBox 29"/>
            <p:cNvSpPr txBox="1"/>
            <p:nvPr>
              <p:custDataLst>
                <p:tags r:id="rId8"/>
              </p:custDataLst>
            </p:nvPr>
          </p:nvSpPr>
          <p:spPr>
            <a:xfrm>
              <a:off x="-6688786" y="4907438"/>
              <a:ext cx="709099" cy="582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GB" sz="1600">
                  <a:solidFill>
                    <a:schemeClr val="bg1"/>
                  </a:solidFill>
                </a:rPr>
                <a:t>02</a:t>
              </a:r>
              <a:endParaRPr lang="en-GB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33"/>
          <p:cNvGrpSpPr/>
          <p:nvPr>
            <p:custDataLst>
              <p:tags r:id="rId9"/>
            </p:custDataLst>
          </p:nvPr>
        </p:nvGrpSpPr>
        <p:grpSpPr>
          <a:xfrm>
            <a:off x="6577194" y="2507688"/>
            <a:ext cx="500504" cy="500504"/>
            <a:chOff x="1731021" y="4175657"/>
            <a:chExt cx="736375" cy="736375"/>
          </a:xfrm>
          <a:solidFill>
            <a:schemeClr val="accent4"/>
          </a:solidFill>
        </p:grpSpPr>
        <p:sp>
          <p:nvSpPr>
            <p:cNvPr id="69" name="íślíḋè-Oval 34"/>
            <p:cNvSpPr/>
            <p:nvPr>
              <p:custDataLst>
                <p:tags r:id="rId10"/>
              </p:custDataLst>
            </p:nvPr>
          </p:nvSpPr>
          <p:spPr>
            <a:xfrm>
              <a:off x="1731021" y="4175657"/>
              <a:ext cx="736375" cy="736375"/>
            </a:xfrm>
            <a:prstGeom prst="ellips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70" name="íślíḋè-TextBox 35"/>
            <p:cNvSpPr txBox="1"/>
            <p:nvPr>
              <p:custDataLst>
                <p:tags r:id="rId11"/>
              </p:custDataLst>
            </p:nvPr>
          </p:nvSpPr>
          <p:spPr>
            <a:xfrm>
              <a:off x="1835353" y="4311867"/>
              <a:ext cx="52770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GB" sz="1600" dirty="0">
                  <a:solidFill>
                    <a:schemeClr val="bg1"/>
                  </a:solidFill>
                </a:rPr>
                <a:t>03</a:t>
              </a:r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060065" y="1053465"/>
            <a:ext cx="6946265" cy="991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sym typeface="+mn-ea"/>
              </a:rPr>
              <a:t> </a:t>
            </a:r>
            <a:r>
              <a:rPr lang="zh-CN" altLang="en-US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sym typeface="+mn-ea"/>
              </a:rPr>
              <a:t>清晰的投资回报（以年产</a:t>
            </a:r>
            <a:r>
              <a:rPr lang="en-US" altLang="zh-CN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sym typeface="+mn-ea"/>
              </a:rPr>
              <a:t>500</a:t>
            </a:r>
            <a:r>
              <a:rPr lang="zh-CN" altLang="en-US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sym typeface="+mn-ea"/>
              </a:rPr>
              <a:t>吨</a:t>
            </a:r>
            <a:r>
              <a:rPr lang="en-US" altLang="zh-CN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sym typeface="+mn-ea"/>
              </a:rPr>
              <a:t>UV</a:t>
            </a:r>
            <a:r>
              <a:rPr lang="zh-CN" altLang="en-US" sz="36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sym typeface="+mn-ea"/>
              </a:rPr>
              <a:t>胶企业为例）</a:t>
            </a:r>
            <a:endParaRPr lang="zh-CN" altLang="en-US" sz="3600"/>
          </a:p>
        </p:txBody>
      </p:sp>
      <p:grpSp>
        <p:nvGrpSpPr>
          <p:cNvPr id="7" name="Group 33"/>
          <p:cNvGrpSpPr/>
          <p:nvPr>
            <p:custDataLst>
              <p:tags r:id="rId12"/>
            </p:custDataLst>
          </p:nvPr>
        </p:nvGrpSpPr>
        <p:grpSpPr>
          <a:xfrm>
            <a:off x="6748644" y="4934658"/>
            <a:ext cx="500504" cy="500504"/>
            <a:chOff x="1731021" y="4175657"/>
            <a:chExt cx="736375" cy="736375"/>
          </a:xfrm>
          <a:solidFill>
            <a:schemeClr val="accent4"/>
          </a:solidFill>
        </p:grpSpPr>
        <p:sp>
          <p:nvSpPr>
            <p:cNvPr id="8" name="íślíḋè-Oval 34"/>
            <p:cNvSpPr/>
            <p:nvPr>
              <p:custDataLst>
                <p:tags r:id="rId13"/>
              </p:custDataLst>
            </p:nvPr>
          </p:nvSpPr>
          <p:spPr>
            <a:xfrm>
              <a:off x="1731021" y="4175657"/>
              <a:ext cx="736375" cy="736375"/>
            </a:xfrm>
            <a:prstGeom prst="ellips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íślíḋè-TextBox 35"/>
            <p:cNvSpPr txBox="1"/>
            <p:nvPr>
              <p:custDataLst>
                <p:tags r:id="rId14"/>
              </p:custDataLst>
            </p:nvPr>
          </p:nvSpPr>
          <p:spPr>
            <a:xfrm>
              <a:off x="1835353" y="4311867"/>
              <a:ext cx="52770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GB" sz="1600" dirty="0">
                  <a:solidFill>
                    <a:schemeClr val="bg1"/>
                  </a:solidFill>
                </a:rPr>
                <a:t>0</a:t>
              </a:r>
              <a:r>
                <a:rPr lang="en-US" altLang="en-GB" sz="1600" dirty="0">
                  <a:solidFill>
                    <a:schemeClr val="bg1"/>
                  </a:solidFill>
                </a:rPr>
                <a:t>4</a:t>
              </a:r>
              <a:endParaRPr lang="en-US" alt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36" name="Text Placeholder 6"/>
          <p:cNvSpPr txBox="1"/>
          <p:nvPr>
            <p:custDataLst>
              <p:tags r:id="rId15"/>
            </p:custDataLst>
          </p:nvPr>
        </p:nvSpPr>
        <p:spPr>
          <a:xfrm>
            <a:off x="2522220" y="2359025"/>
            <a:ext cx="3088640" cy="46482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 baseline="0">
                <a:solidFill>
                  <a:srgbClr val="888888"/>
                </a:solidFill>
                <a:latin typeface="Source Sans Pro Light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年化总节约：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75.2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万元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 (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原料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+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能耗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+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人工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+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次品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)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Text Placeholder 6"/>
          <p:cNvSpPr txBox="1"/>
          <p:nvPr>
            <p:custDataLst>
              <p:tags r:id="rId16"/>
            </p:custDataLst>
          </p:nvPr>
        </p:nvSpPr>
        <p:spPr>
          <a:xfrm>
            <a:off x="2648585" y="4864735"/>
            <a:ext cx="3088640" cy="46482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 baseline="0">
                <a:solidFill>
                  <a:srgbClr val="888888"/>
                </a:solidFill>
                <a:latin typeface="Source Sans Pro Light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   ·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设备总投资：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120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万元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Text Placeholder 6"/>
          <p:cNvSpPr txBox="1"/>
          <p:nvPr>
            <p:custDataLst>
              <p:tags r:id="rId17"/>
            </p:custDataLst>
          </p:nvPr>
        </p:nvSpPr>
        <p:spPr>
          <a:xfrm>
            <a:off x="7840980" y="2359025"/>
            <a:ext cx="3088640" cy="46482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 baseline="0">
                <a:solidFill>
                  <a:srgbClr val="888888"/>
                </a:solidFill>
                <a:latin typeface="Source Sans Pro Light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 ·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投资回收期：约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1.5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年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 (18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个月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)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Text Placeholder 6"/>
          <p:cNvSpPr txBox="1"/>
          <p:nvPr>
            <p:custDataLst>
              <p:tags r:id="rId18"/>
            </p:custDataLst>
          </p:nvPr>
        </p:nvSpPr>
        <p:spPr>
          <a:xfrm>
            <a:off x="8009255" y="4934585"/>
            <a:ext cx="3088640" cy="46482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 baseline="0">
                <a:solidFill>
                  <a:srgbClr val="888888"/>
                </a:solidFill>
                <a:latin typeface="Source Sans Pro Light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··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五年期净收益：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261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万元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59"/>
          <p:cNvSpPr>
            <a:spLocks noChangeArrowheads="1"/>
          </p:cNvSpPr>
          <p:nvPr/>
        </p:nvSpPr>
        <p:spPr bwMode="auto">
          <a:xfrm>
            <a:off x="730323" y="2459325"/>
            <a:ext cx="742836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尚酷简体" panose="03000509000000000000" pitchFamily="65" charset="-122"/>
                <a:ea typeface="方正尚酷简体" panose="03000509000000000000" pitchFamily="65" charset="-122"/>
                <a:cs typeface="Arial" panose="020B0604020202020204" pitchFamily="34" charset="0"/>
              </a:rPr>
              <a:t>感谢各位的批评指正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尚酷简体" panose="03000509000000000000" pitchFamily="65" charset="-122"/>
              <a:ea typeface="方正尚酷简体" panose="03000509000000000000" pitchFamily="65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22"/>
</p:tagLst>
</file>

<file path=ppt/tags/tag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5f7dfaf1a7a7ce086d750149345211fe09582ac"/>
  <p:tag name="KSO_WM_NEWLAYOUT_ID" val="31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19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20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21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22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23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24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25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26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27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28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29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30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31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32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33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34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35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36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37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38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39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40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41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42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43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44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45.xml><?xml version="1.0" encoding="utf-8"?>
<p:tagLst xmlns:p="http://schemas.openxmlformats.org/presentationml/2006/main">
  <p:tag name="KSO_WM_DIAGRAM_VIRTUALLY_FRAME" val="{&quot;height&quot;:322.28559055118103,&quot;left&quot;:65.62503937007875,&quot;top&quot;:153.08503937007873,&quot;width&quot;:825.5}"/>
</p:tagLst>
</file>

<file path=ppt/tags/tag46.xml><?xml version="1.0" encoding="utf-8"?>
<p:tagLst xmlns:p="http://schemas.openxmlformats.org/presentationml/2006/main">
  <p:tag name="KSO_WM_DIAGRAM_VIRTUALLY_FRAME" val="{&quot;height&quot;:285.31653543307095,&quot;left&quot;:488.16937007874014,&quot;top&quot;:183.49614173228346,&quot;width&quot;:426.5999999999999}"/>
</p:tagLst>
</file>

<file path=ppt/tags/tag47.xml><?xml version="1.0" encoding="utf-8"?>
<p:tagLst xmlns:p="http://schemas.openxmlformats.org/presentationml/2006/main">
  <p:tag name="KSO_WM_DIAGRAM_VIRTUALLY_FRAME" val="{&quot;height&quot;:285.31653543307095,&quot;left&quot;:488.16937007874014,&quot;top&quot;:183.49614173228346,&quot;width&quot;:426.5999999999999}"/>
</p:tagLst>
</file>

<file path=ppt/tags/tag48.xml><?xml version="1.0" encoding="utf-8"?>
<p:tagLst xmlns:p="http://schemas.openxmlformats.org/presentationml/2006/main">
  <p:tag name="KSO_WM_DIAGRAM_VIRTUALLY_FRAME" val="{&quot;height&quot;:285.31653543307095,&quot;left&quot;:488.16937007874014,&quot;top&quot;:183.49614173228346,&quot;width&quot;:426.5999999999999}"/>
</p:tagLst>
</file>

<file path=ppt/tags/tag49.xml><?xml version="1.0" encoding="utf-8"?>
<p:tagLst xmlns:p="http://schemas.openxmlformats.org/presentationml/2006/main">
  <p:tag name="KSO_WM_DIAGRAM_VIRTUALLY_FRAME" val="{&quot;height&quot;:285.31653543307095,&quot;left&quot;:488.16937007874014,&quot;top&quot;:183.49614173228346,&quot;width&quot;:426.5999999999999}"/>
</p:tagLst>
</file>

<file path=ppt/tags/tag50.xml><?xml version="1.0" encoding="utf-8"?>
<p:tagLst xmlns:p="http://schemas.openxmlformats.org/presentationml/2006/main">
  <p:tag name="KSO_WM_DIAGRAM_VIRTUALLY_FRAME" val="{&quot;height&quot;:285.31653543307095,&quot;left&quot;:488.16937007874014,&quot;top&quot;:183.49614173228346,&quot;width&quot;:426.5999999999999}"/>
</p:tagLst>
</file>

<file path=ppt/tags/tag51.xml><?xml version="1.0" encoding="utf-8"?>
<p:tagLst xmlns:p="http://schemas.openxmlformats.org/presentationml/2006/main">
  <p:tag name="KSO_WM_DIAGRAM_VIRTUALLY_FRAME" val="{&quot;height&quot;:285.31653543307095,&quot;left&quot;:488.16937007874014,&quot;top&quot;:183.49614173228346,&quot;width&quot;:426.5999999999999}"/>
</p:tagLst>
</file>

<file path=ppt/tags/tag52.xml><?xml version="1.0" encoding="utf-8"?>
<p:tagLst xmlns:p="http://schemas.openxmlformats.org/presentationml/2006/main">
  <p:tag name="KSO_WM_DIAGRAM_VIRTUALLY_FRAME" val="{&quot;height&quot;:285.31653543307095,&quot;left&quot;:488.16937007874014,&quot;top&quot;:183.49614173228346,&quot;width&quot;:426.5999999999999}"/>
</p:tagLst>
</file>

<file path=ppt/tags/tag53.xml><?xml version="1.0" encoding="utf-8"?>
<p:tagLst xmlns:p="http://schemas.openxmlformats.org/presentationml/2006/main">
  <p:tag name="KSO_WM_DIAGRAM_VIRTUALLY_FRAME" val="{&quot;height&quot;:285.31653543307095,&quot;left&quot;:488.16937007874014,&quot;top&quot;:183.49614173228346,&quot;width&quot;:426.5999999999999}"/>
</p:tagLst>
</file>

<file path=ppt/tags/tag54.xml><?xml version="1.0" encoding="utf-8"?>
<p:tagLst xmlns:p="http://schemas.openxmlformats.org/presentationml/2006/main">
  <p:tag name="KSO_WM_DIAGRAM_VIRTUALLY_FRAME" val="{&quot;height&quot;:285.31653543307095,&quot;left&quot;:488.16937007874014,&quot;top&quot;:183.49614173228346,&quot;width&quot;:426.5999999999999}"/>
</p:tagLst>
</file>

<file path=ppt/tags/tag55.xml><?xml version="1.0" encoding="utf-8"?>
<p:tagLst xmlns:p="http://schemas.openxmlformats.org/presentationml/2006/main">
  <p:tag name="KSO_WM_DIAGRAM_VIRTUALLY_FRAME" val="{&quot;height&quot;:303.34559055118103,&quot;left&quot;:63.93385826771655,&quot;top&quot;:187.40007874015743,&quot;width&quot;:869.7162204724409}"/>
</p:tagLst>
</file>

<file path=ppt/tags/tag56.xml><?xml version="1.0" encoding="utf-8"?>
<p:tagLst xmlns:p="http://schemas.openxmlformats.org/presentationml/2006/main">
  <p:tag name="KSO_WM_DIAGRAM_VIRTUALLY_FRAME" val="{&quot;height&quot;:303.34559055118103,&quot;left&quot;:63.93385826771655,&quot;top&quot;:187.40007874015743,&quot;width&quot;:869.7162204724409}"/>
</p:tagLst>
</file>

<file path=ppt/tags/tag57.xml><?xml version="1.0" encoding="utf-8"?>
<p:tagLst xmlns:p="http://schemas.openxmlformats.org/presentationml/2006/main">
  <p:tag name="KSO_WM_DIAGRAM_VIRTUALLY_FRAME" val="{&quot;height&quot;:303.34559055118103,&quot;left&quot;:63.93385826771655,&quot;top&quot;:187.40007874015743,&quot;width&quot;:869.7162204724409}"/>
</p:tagLst>
</file>

<file path=ppt/tags/tag58.xml><?xml version="1.0" encoding="utf-8"?>
<p:tagLst xmlns:p="http://schemas.openxmlformats.org/presentationml/2006/main">
  <p:tag name="KSO_WM_DIAGRAM_VIRTUALLY_FRAME" val="{&quot;height&quot;:303.34559055118103,&quot;left&quot;:63.93385826771655,&quot;top&quot;:187.40007874015743,&quot;width&quot;:869.7162204724409}"/>
</p:tagLst>
</file>

<file path=ppt/tags/tag59.xml><?xml version="1.0" encoding="utf-8"?>
<p:tagLst xmlns:p="http://schemas.openxmlformats.org/presentationml/2006/main">
  <p:tag name="KSO_WM_DIAGRAM_VIRTUALLY_FRAME" val="{&quot;height&quot;:303.34559055118103,&quot;left&quot;:63.93385826771655,&quot;top&quot;:187.40007874015743,&quot;width&quot;:869.7162204724409}"/>
</p:tagLst>
</file>

<file path=ppt/tags/tag60.xml><?xml version="1.0" encoding="utf-8"?>
<p:tagLst xmlns:p="http://schemas.openxmlformats.org/presentationml/2006/main">
  <p:tag name="KSO_WM_DIAGRAM_VIRTUALLY_FRAME" val="{&quot;height&quot;:303.34559055118103,&quot;left&quot;:63.93385826771655,&quot;top&quot;:187.40007874015743,&quot;width&quot;:869.7162204724409}"/>
</p:tagLst>
</file>

<file path=ppt/tags/tag61.xml><?xml version="1.0" encoding="utf-8"?>
<p:tagLst xmlns:p="http://schemas.openxmlformats.org/presentationml/2006/main">
  <p:tag name="KSO_WM_DIAGRAM_VIRTUALLY_FRAME" val="{&quot;height&quot;:303.34559055118103,&quot;left&quot;:63.93385826771655,&quot;top&quot;:187.40007874015743,&quot;width&quot;:869.7162204724409}"/>
</p:tagLst>
</file>

<file path=ppt/tags/tag62.xml><?xml version="1.0" encoding="utf-8"?>
<p:tagLst xmlns:p="http://schemas.openxmlformats.org/presentationml/2006/main">
  <p:tag name="KSO_WM_DIAGRAM_VIRTUALLY_FRAME" val="{&quot;height&quot;:303.34559055118103,&quot;left&quot;:63.93385826771655,&quot;top&quot;:187.40007874015743,&quot;width&quot;:869.7162204724409}"/>
</p:tagLst>
</file>

<file path=ppt/tags/tag63.xml><?xml version="1.0" encoding="utf-8"?>
<p:tagLst xmlns:p="http://schemas.openxmlformats.org/presentationml/2006/main">
  <p:tag name="KSO_WM_DIAGRAM_VIRTUALLY_FRAME" val="{&quot;height&quot;:303.34559055118103,&quot;left&quot;:63.93385826771655,&quot;top&quot;:187.40007874015743,&quot;width&quot;:869.7162204724409}"/>
</p:tagLst>
</file>

<file path=ppt/tags/tag64.xml><?xml version="1.0" encoding="utf-8"?>
<p:tagLst xmlns:p="http://schemas.openxmlformats.org/presentationml/2006/main">
  <p:tag name="KSO_WM_DIAGRAM_VIRTUALLY_FRAME" val="{&quot;height&quot;:303.34559055118103,&quot;left&quot;:63.93385826771655,&quot;top&quot;:187.40007874015743,&quot;width&quot;:869.7162204724409}"/>
</p:tagLst>
</file>

<file path=ppt/tags/tag65.xml><?xml version="1.0" encoding="utf-8"?>
<p:tagLst xmlns:p="http://schemas.openxmlformats.org/presentationml/2006/main">
  <p:tag name="KSO_WM_DIAGRAM_VIRTUALLY_FRAME" val="{&quot;height&quot;:303.34559055118103,&quot;left&quot;:63.93385826771655,&quot;top&quot;:187.40007874015743,&quot;width&quot;:869.7162204724409}"/>
</p:tagLst>
</file>

<file path=ppt/tags/tag66.xml><?xml version="1.0" encoding="utf-8"?>
<p:tagLst xmlns:p="http://schemas.openxmlformats.org/presentationml/2006/main">
  <p:tag name="KSO_WM_DIAGRAM_VIRTUALLY_FRAME" val="{&quot;height&quot;:303.34559055118103,&quot;left&quot;:63.93385826771655,&quot;top&quot;:187.40007874015743,&quot;width&quot;:869.7162204724409}"/>
</p:tagLst>
</file>

<file path=ppt/tags/tag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a81418525f254632"/>
</p:tagLst>
</file>

<file path=ppt/tags/tag76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77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78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79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80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81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82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83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84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85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86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87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88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89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90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91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92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93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94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95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96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97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98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99.xml><?xml version="1.0" encoding="utf-8"?>
<p:tagLst xmlns:p="http://schemas.openxmlformats.org/presentationml/2006/main">
  <p:tag name="KSO_WM_DIAGRAM_VIRTUALLY_FRAME" val="{&quot;height&quot;:392.3437007874016,&quot;left&quot;:-6.174803149606305,&quot;top&quot;:114.15,&quot;width&quot;:1026.542440944882}"/>
</p:tagLst>
</file>

<file path=ppt/tags/tag100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01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02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03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04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05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06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07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08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09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10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11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12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13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14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15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16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17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18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19.xml><?xml version="1.0" encoding="utf-8"?>
<p:tagLst xmlns:p="http://schemas.openxmlformats.org/presentationml/2006/main">
  <p:tag name="KSO_WM_DIAGRAM_VIRTUALLY_FRAME" val="{&quot;height&quot;:293.3821259842519,&quot;left&quot;:89.67102362204724,&quot;top&quot;:186.88874015748036,&quot;width&quot;:806.8310236220473}"/>
</p:tagLst>
</file>

<file path=ppt/tags/tag120.xml><?xml version="1.0" encoding="utf-8"?>
<p:tagLst xmlns:p="http://schemas.openxmlformats.org/presentationml/2006/main">
  <p:tag name="KSO_WM_DIAGRAM_VIRTUALLY_FRAME" val="{&quot;height&quot;:409.9637917037223,&quot;left&quot;:81.7971653543307,&quot;top&quot;:153.49905511811022,&quot;width&quot;:815.2164669857355}"/>
</p:tagLst>
</file>

<file path=ppt/tags/tag121.xml><?xml version="1.0" encoding="utf-8"?>
<p:tagLst xmlns:p="http://schemas.openxmlformats.org/presentationml/2006/main">
  <p:tag name="KSO_WM_DIAGRAM_VIRTUALLY_FRAME" val="{&quot;height&quot;:409.9637917037223,&quot;left&quot;:81.7971653543307,&quot;top&quot;:153.49905511811022,&quot;width&quot;:815.2164669857355}"/>
</p:tagLst>
</file>

<file path=ppt/tags/tag122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23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24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25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26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27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28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29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30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31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32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33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34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35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36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37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38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39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40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41.xml><?xml version="1.0" encoding="utf-8"?>
<p:tagLst xmlns:p="http://schemas.openxmlformats.org/presentationml/2006/main">
  <p:tag name="KSO_WM_DIAGRAM_VIRTUALLY_FRAME" val="{&quot;height&quot;:322.9912598425197,&quot;left&quot;:581.412125984252,&quot;top&quot;:148.00527559055118,&quot;width&quot;:323.687874015748}"/>
</p:tagLst>
</file>

<file path=ppt/tags/tag1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4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45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46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47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48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49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50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51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52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53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54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55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56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57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58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59.xml><?xml version="1.0" encoding="utf-8"?>
<p:tagLst xmlns:p="http://schemas.openxmlformats.org/presentationml/2006/main">
  <p:tag name="KSO_WM_DIAGRAM_VIRTUALLY_FRAME" val="{&quot;height&quot;:333.0102362204724,&quot;left&quot;:537.0392913385826,&quot;top&quot;:148.00527559055118,&quot;width&quot;:368.0607086614174}"/>
</p:tagLst>
</file>

<file path=ppt/tags/tag16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21d876bcd5574aba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2207</Words>
  <Application>WPS 演示</Application>
  <PresentationFormat>宽屏</PresentationFormat>
  <Paragraphs>238</Paragraphs>
  <Slides>19</Slides>
  <Notes>29</Notes>
  <HiddenSlides>0</HiddenSlides>
  <MMClips>2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Calibri</vt:lpstr>
      <vt:lpstr>方正尚酷简体</vt:lpstr>
      <vt:lpstr>微软雅黑 Light</vt:lpstr>
      <vt:lpstr>迷你简菱心</vt:lpstr>
      <vt:lpstr>Agency FB</vt:lpstr>
      <vt:lpstr>方正姚体</vt:lpstr>
      <vt:lpstr>冬青黑体简体中文 W3</vt:lpstr>
      <vt:lpstr>仿宋</vt:lpstr>
      <vt:lpstr>Segoe UI</vt:lpstr>
      <vt:lpstr>Open Sans</vt:lpstr>
      <vt:lpstr>Open Sans</vt:lpstr>
      <vt:lpstr>Calibri</vt:lpstr>
      <vt:lpstr>Century Gothic</vt:lpstr>
      <vt:lpstr>Source Sans Pro Light</vt:lpstr>
      <vt:lpstr>黑体</vt:lpstr>
      <vt:lpstr>AMGDT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</dc:creator>
  <cp:lastModifiedBy>WPS_1648991700</cp:lastModifiedBy>
  <cp:revision>19</cp:revision>
  <dcterms:created xsi:type="dcterms:W3CDTF">2017-09-12T12:16:00Z</dcterms:created>
  <dcterms:modified xsi:type="dcterms:W3CDTF">2025-12-21T08:16:42Z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E9A4F85F30C44F9EA1C962A57D44BE95_13</vt:lpwstr>
  </property>
</Properties>
</file>